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342" r:id="rId3"/>
    <p:sldId id="336" r:id="rId4"/>
    <p:sldId id="259" r:id="rId5"/>
    <p:sldId id="337" r:id="rId6"/>
    <p:sldId id="338" r:id="rId7"/>
    <p:sldId id="339" r:id="rId8"/>
    <p:sldId id="341" r:id="rId9"/>
    <p:sldId id="340" r:id="rId10"/>
    <p:sldId id="331" r:id="rId11"/>
  </p:sldIdLst>
  <p:sldSz cx="9144000" cy="5143500" type="screen16x9"/>
  <p:notesSz cx="6858000" cy="9144000"/>
  <p:embeddedFontLst>
    <p:embeddedFont>
      <p:font typeface="Mulish" panose="020B0604020202020204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  <p:embeddedFont>
      <p:font typeface="Quicksand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9A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3740B0-9D7F-475B-86B9-0B80D133A2A3}">
  <a:tblStyle styleId="{C53740B0-9D7F-475B-86B9-0B80D133A2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34" autoAdjust="0"/>
    <p:restoredTop sz="95196" autoAdjust="0"/>
  </p:normalViewPr>
  <p:slideViewPr>
    <p:cSldViewPr snapToGrid="0">
      <p:cViewPr varScale="1">
        <p:scale>
          <a:sx n="113" d="100"/>
          <a:sy n="113" d="100"/>
        </p:scale>
        <p:origin x="79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elis Gheorghias" userId="da2eb0ca52ad48a3" providerId="LiveId" clId="{B0B85945-5AD9-462C-B269-AD923495B2AB}"/>
    <pc:docChg chg="undo redo custSel addSld delSld modSld sldOrd delMainMaster addSection delSection">
      <pc:chgData name="Anelis Gheorghias" userId="da2eb0ca52ad48a3" providerId="LiveId" clId="{B0B85945-5AD9-462C-B269-AD923495B2AB}" dt="2024-07-19T05:36:44.469" v="7753" actId="20577"/>
      <pc:docMkLst>
        <pc:docMk/>
      </pc:docMkLst>
      <pc:sldChg chg="addSp delSp modSp mod">
        <pc:chgData name="Anelis Gheorghias" userId="da2eb0ca52ad48a3" providerId="LiveId" clId="{B0B85945-5AD9-462C-B269-AD923495B2AB}" dt="2024-06-30T09:42:03.243" v="4843" actId="1076"/>
        <pc:sldMkLst>
          <pc:docMk/>
          <pc:sldMk cId="0" sldId="256"/>
        </pc:sldMkLst>
        <pc:spChg chg="add mod">
          <ac:chgData name="Anelis Gheorghias" userId="da2eb0ca52ad48a3" providerId="LiveId" clId="{B0B85945-5AD9-462C-B269-AD923495B2AB}" dt="2024-06-26T06:35:33.106" v="80" actId="121"/>
          <ac:spMkLst>
            <pc:docMk/>
            <pc:sldMk cId="0" sldId="256"/>
            <ac:spMk id="2" creationId="{A0ECB6A2-C473-25BF-C134-1F5467710D96}"/>
          </ac:spMkLst>
        </pc:spChg>
        <pc:spChg chg="add del">
          <ac:chgData name="Anelis Gheorghias" userId="da2eb0ca52ad48a3" providerId="LiveId" clId="{B0B85945-5AD9-462C-B269-AD923495B2AB}" dt="2024-06-30T09:38:30.646" v="4810" actId="22"/>
          <ac:spMkLst>
            <pc:docMk/>
            <pc:sldMk cId="0" sldId="256"/>
            <ac:spMk id="4" creationId="{E0278A43-534C-FFE5-BDB1-058E690731B5}"/>
          </ac:spMkLst>
        </pc:spChg>
        <pc:spChg chg="add mod">
          <ac:chgData name="Anelis Gheorghias" userId="da2eb0ca52ad48a3" providerId="LiveId" clId="{B0B85945-5AD9-462C-B269-AD923495B2AB}" dt="2024-06-30T09:42:03.243" v="4843" actId="1076"/>
          <ac:spMkLst>
            <pc:docMk/>
            <pc:sldMk cId="0" sldId="256"/>
            <ac:spMk id="6" creationId="{BAEB95C2-D2D0-1EB1-AE2F-BEB03935B054}"/>
          </ac:spMkLst>
        </pc:spChg>
        <pc:spChg chg="mod">
          <ac:chgData name="Anelis Gheorghias" userId="da2eb0ca52ad48a3" providerId="LiveId" clId="{B0B85945-5AD9-462C-B269-AD923495B2AB}" dt="2024-06-27T13:19:17.337" v="4367" actId="20577"/>
          <ac:spMkLst>
            <pc:docMk/>
            <pc:sldMk cId="0" sldId="256"/>
            <ac:spMk id="285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6T06:35:28.190" v="78" actId="120"/>
          <ac:spMkLst>
            <pc:docMk/>
            <pc:sldMk cId="0" sldId="256"/>
            <ac:spMk id="286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6T06:33:52.519" v="62" actId="2711"/>
          <ac:spMkLst>
            <pc:docMk/>
            <pc:sldMk cId="0" sldId="256"/>
            <ac:spMk id="289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6T06:33:52.519" v="62" actId="2711"/>
          <ac:spMkLst>
            <pc:docMk/>
            <pc:sldMk cId="0" sldId="256"/>
            <ac:spMk id="290" creationId="{00000000-0000-0000-0000-000000000000}"/>
          </ac:spMkLst>
        </pc:spChg>
        <pc:picChg chg="add mod">
          <ac:chgData name="Anelis Gheorghias" userId="da2eb0ca52ad48a3" providerId="LiveId" clId="{B0B85945-5AD9-462C-B269-AD923495B2AB}" dt="2024-06-30T09:40:28.199" v="4835" actId="1076"/>
          <ac:picMkLst>
            <pc:docMk/>
            <pc:sldMk cId="0" sldId="256"/>
            <ac:picMk id="7" creationId="{EFF9FFC0-9AEA-CC4D-1160-20D4E0C92D61}"/>
          </ac:picMkLst>
        </pc:picChg>
      </pc:sldChg>
      <pc:sldChg chg="addSp delSp modSp del mod">
        <pc:chgData name="Anelis Gheorghias" userId="da2eb0ca52ad48a3" providerId="LiveId" clId="{B0B85945-5AD9-462C-B269-AD923495B2AB}" dt="2024-07-18T14:44:25.894" v="6920" actId="47"/>
        <pc:sldMkLst>
          <pc:docMk/>
          <pc:sldMk cId="3131541207" sldId="257"/>
        </pc:sldMkLst>
        <pc:spChg chg="add mod">
          <ac:chgData name="Anelis Gheorghias" userId="da2eb0ca52ad48a3" providerId="LiveId" clId="{B0B85945-5AD9-462C-B269-AD923495B2AB}" dt="2024-06-30T09:50:06.070" v="4879" actId="1076"/>
          <ac:spMkLst>
            <pc:docMk/>
            <pc:sldMk cId="3131541207" sldId="257"/>
            <ac:spMk id="3" creationId="{9EA8359E-6575-0131-BBF7-78DE4B18DA05}"/>
          </ac:spMkLst>
        </pc:spChg>
        <pc:spChg chg="add mod">
          <ac:chgData name="Anelis Gheorghias" userId="da2eb0ca52ad48a3" providerId="LiveId" clId="{B0B85945-5AD9-462C-B269-AD923495B2AB}" dt="2024-06-26T07:23:41.440" v="320"/>
          <ac:spMkLst>
            <pc:docMk/>
            <pc:sldMk cId="3131541207" sldId="257"/>
            <ac:spMk id="4" creationId="{59805B00-B507-D357-4C99-9F56C84C95A2}"/>
          </ac:spMkLst>
        </pc:spChg>
        <pc:spChg chg="mod">
          <ac:chgData name="Anelis Gheorghias" userId="da2eb0ca52ad48a3" providerId="LiveId" clId="{B0B85945-5AD9-462C-B269-AD923495B2AB}" dt="2024-06-26T07:55:07.964" v="1105" actId="113"/>
          <ac:spMkLst>
            <pc:docMk/>
            <pc:sldMk cId="3131541207" sldId="257"/>
            <ac:spMk id="295" creationId="{00000000-0000-0000-0000-000000000000}"/>
          </ac:spMkLst>
        </pc:spChg>
        <pc:spChg chg="del">
          <ac:chgData name="Anelis Gheorghias" userId="da2eb0ca52ad48a3" providerId="LiveId" clId="{B0B85945-5AD9-462C-B269-AD923495B2AB}" dt="2024-06-26T06:36:29.333" v="81" actId="478"/>
          <ac:spMkLst>
            <pc:docMk/>
            <pc:sldMk cId="3131541207" sldId="257"/>
            <ac:spMk id="296" creationId="{00000000-0000-0000-0000-000000000000}"/>
          </ac:spMkLst>
        </pc:spChg>
        <pc:spChg chg="del">
          <ac:chgData name="Anelis Gheorghias" userId="da2eb0ca52ad48a3" providerId="LiveId" clId="{B0B85945-5AD9-462C-B269-AD923495B2AB}" dt="2024-06-26T06:36:29.333" v="81" actId="478"/>
          <ac:spMkLst>
            <pc:docMk/>
            <pc:sldMk cId="3131541207" sldId="257"/>
            <ac:spMk id="298" creationId="{00000000-0000-0000-0000-000000000000}"/>
          </ac:spMkLst>
        </pc:spChg>
        <pc:spChg chg="del">
          <ac:chgData name="Anelis Gheorghias" userId="da2eb0ca52ad48a3" providerId="LiveId" clId="{B0B85945-5AD9-462C-B269-AD923495B2AB}" dt="2024-06-26T06:36:29.333" v="81" actId="478"/>
          <ac:spMkLst>
            <pc:docMk/>
            <pc:sldMk cId="3131541207" sldId="257"/>
            <ac:spMk id="299" creationId="{00000000-0000-0000-0000-000000000000}"/>
          </ac:spMkLst>
        </pc:spChg>
        <pc:spChg chg="del">
          <ac:chgData name="Anelis Gheorghias" userId="da2eb0ca52ad48a3" providerId="LiveId" clId="{B0B85945-5AD9-462C-B269-AD923495B2AB}" dt="2024-06-26T06:36:29.333" v="81" actId="478"/>
          <ac:spMkLst>
            <pc:docMk/>
            <pc:sldMk cId="3131541207" sldId="257"/>
            <ac:spMk id="300" creationId="{00000000-0000-0000-0000-000000000000}"/>
          </ac:spMkLst>
        </pc:spChg>
        <pc:graphicFrameChg chg="del">
          <ac:chgData name="Anelis Gheorghias" userId="da2eb0ca52ad48a3" providerId="LiveId" clId="{B0B85945-5AD9-462C-B269-AD923495B2AB}" dt="2024-06-26T06:36:29.333" v="81" actId="478"/>
          <ac:graphicFrameMkLst>
            <pc:docMk/>
            <pc:sldMk cId="3131541207" sldId="257"/>
            <ac:graphicFrameMk id="297" creationId="{00000000-0000-0000-0000-000000000000}"/>
          </ac:graphicFrameMkLst>
        </pc:graphicFrameChg>
      </pc:sldChg>
      <pc:sldChg chg="del modNotes">
        <pc:chgData name="Anelis Gheorghias" userId="da2eb0ca52ad48a3" providerId="LiveId" clId="{B0B85945-5AD9-462C-B269-AD923495B2AB}" dt="2024-06-27T12:52:16.692" v="3850" actId="47"/>
        <pc:sldMkLst>
          <pc:docMk/>
          <pc:sldMk cId="0" sldId="258"/>
        </pc:sldMkLst>
      </pc:sldChg>
      <pc:sldChg chg="addSp delSp modSp mod ord modNotes">
        <pc:chgData name="Anelis Gheorghias" userId="da2eb0ca52ad48a3" providerId="LiveId" clId="{B0B85945-5AD9-462C-B269-AD923495B2AB}" dt="2024-06-26T07:22:28.799" v="317" actId="478"/>
        <pc:sldMkLst>
          <pc:docMk/>
          <pc:sldMk cId="0" sldId="259"/>
        </pc:sldMkLst>
        <pc:spChg chg="add del mod">
          <ac:chgData name="Anelis Gheorghias" userId="da2eb0ca52ad48a3" providerId="LiveId" clId="{B0B85945-5AD9-462C-B269-AD923495B2AB}" dt="2024-06-26T07:22:28.799" v="317" actId="478"/>
          <ac:spMkLst>
            <pc:docMk/>
            <pc:sldMk cId="0" sldId="259"/>
            <ac:spMk id="3" creationId="{25D0E321-BA6D-26CA-F83D-FE4DAE26A24F}"/>
          </ac:spMkLst>
        </pc:spChg>
        <pc:spChg chg="mod">
          <ac:chgData name="Anelis Gheorghias" userId="da2eb0ca52ad48a3" providerId="LiveId" clId="{B0B85945-5AD9-462C-B269-AD923495B2AB}" dt="2024-06-26T07:22:20.594" v="315" actId="1076"/>
          <ac:spMkLst>
            <pc:docMk/>
            <pc:sldMk cId="0" sldId="259"/>
            <ac:spMk id="329" creationId="{00000000-0000-0000-0000-000000000000}"/>
          </ac:spMkLst>
        </pc:spChg>
        <pc:spChg chg="del">
          <ac:chgData name="Anelis Gheorghias" userId="da2eb0ca52ad48a3" providerId="LiveId" clId="{B0B85945-5AD9-462C-B269-AD923495B2AB}" dt="2024-06-26T07:22:25.626" v="316" actId="478"/>
          <ac:spMkLst>
            <pc:docMk/>
            <pc:sldMk cId="0" sldId="259"/>
            <ac:spMk id="330" creationId="{00000000-0000-0000-0000-000000000000}"/>
          </ac:spMkLst>
        </pc:spChg>
      </pc:sldChg>
      <pc:sldChg chg="addSp delSp modSp mod ord">
        <pc:chgData name="Anelis Gheorghias" userId="da2eb0ca52ad48a3" providerId="LiveId" clId="{B0B85945-5AD9-462C-B269-AD923495B2AB}" dt="2024-07-18T15:13:52.924" v="7468" actId="20577"/>
        <pc:sldMkLst>
          <pc:docMk/>
          <pc:sldMk cId="0" sldId="260"/>
        </pc:sldMkLst>
        <pc:spChg chg="add del mod">
          <ac:chgData name="Anelis Gheorghias" userId="da2eb0ca52ad48a3" providerId="LiveId" clId="{B0B85945-5AD9-462C-B269-AD923495B2AB}" dt="2024-06-26T07:23:15.447" v="319" actId="478"/>
          <ac:spMkLst>
            <pc:docMk/>
            <pc:sldMk cId="0" sldId="260"/>
            <ac:spMk id="3" creationId="{1E6079A8-AF03-D4BC-088D-4F125450340A}"/>
          </ac:spMkLst>
        </pc:spChg>
        <pc:spChg chg="add del mod">
          <ac:chgData name="Anelis Gheorghias" userId="da2eb0ca52ad48a3" providerId="LiveId" clId="{B0B85945-5AD9-462C-B269-AD923495B2AB}" dt="2024-06-26T07:44:12.757" v="703" actId="478"/>
          <ac:spMkLst>
            <pc:docMk/>
            <pc:sldMk cId="0" sldId="260"/>
            <ac:spMk id="4" creationId="{646238FC-C986-551A-E3F4-6F8EFF8C8392}"/>
          </ac:spMkLst>
        </pc:spChg>
        <pc:spChg chg="add mod">
          <ac:chgData name="Anelis Gheorghias" userId="da2eb0ca52ad48a3" providerId="LiveId" clId="{B0B85945-5AD9-462C-B269-AD923495B2AB}" dt="2024-06-27T13:39:15.558" v="4474"/>
          <ac:spMkLst>
            <pc:docMk/>
            <pc:sldMk cId="0" sldId="260"/>
            <ac:spMk id="5" creationId="{E558614D-E205-2617-7DD9-2107047F503B}"/>
          </ac:spMkLst>
        </pc:spChg>
        <pc:spChg chg="add mod">
          <ac:chgData name="Anelis Gheorghias" userId="da2eb0ca52ad48a3" providerId="LiveId" clId="{B0B85945-5AD9-462C-B269-AD923495B2AB}" dt="2024-06-27T13:39:15.558" v="4474"/>
          <ac:spMkLst>
            <pc:docMk/>
            <pc:sldMk cId="0" sldId="260"/>
            <ac:spMk id="6" creationId="{CF2C0A8C-67FB-C8E1-AA58-4AD3C6D17B68}"/>
          </ac:spMkLst>
        </pc:spChg>
        <pc:spChg chg="add del mod">
          <ac:chgData name="Anelis Gheorghias" userId="da2eb0ca52ad48a3" providerId="LiveId" clId="{B0B85945-5AD9-462C-B269-AD923495B2AB}" dt="2024-06-26T07:24:46.874" v="356" actId="478"/>
          <ac:spMkLst>
            <pc:docMk/>
            <pc:sldMk cId="0" sldId="260"/>
            <ac:spMk id="8" creationId="{AFE4DEA2-4C62-0560-AF83-7092C693B9DB}"/>
          </ac:spMkLst>
        </pc:spChg>
        <pc:spChg chg="add del mod">
          <ac:chgData name="Anelis Gheorghias" userId="da2eb0ca52ad48a3" providerId="LiveId" clId="{B0B85945-5AD9-462C-B269-AD923495B2AB}" dt="2024-06-26T07:26:12.818" v="373" actId="478"/>
          <ac:spMkLst>
            <pc:docMk/>
            <pc:sldMk cId="0" sldId="260"/>
            <ac:spMk id="10" creationId="{DC97E846-7B7C-2296-04AE-1701E3ED7768}"/>
          </ac:spMkLst>
        </pc:spChg>
        <pc:spChg chg="add del mod">
          <ac:chgData name="Anelis Gheorghias" userId="da2eb0ca52ad48a3" providerId="LiveId" clId="{B0B85945-5AD9-462C-B269-AD923495B2AB}" dt="2024-06-26T07:28:38.489" v="405" actId="478"/>
          <ac:spMkLst>
            <pc:docMk/>
            <pc:sldMk cId="0" sldId="260"/>
            <ac:spMk id="12" creationId="{A19A21A0-1390-2FF6-7D3D-15006F1E586F}"/>
          </ac:spMkLst>
        </pc:spChg>
        <pc:spChg chg="add del mod">
          <ac:chgData name="Anelis Gheorghias" userId="da2eb0ca52ad48a3" providerId="LiveId" clId="{B0B85945-5AD9-462C-B269-AD923495B2AB}" dt="2024-06-26T07:44:15.628" v="704" actId="478"/>
          <ac:spMkLst>
            <pc:docMk/>
            <pc:sldMk cId="0" sldId="260"/>
            <ac:spMk id="14" creationId="{4F9E53B7-22FA-2AB6-5673-4731B9E7BD80}"/>
          </ac:spMkLst>
        </pc:spChg>
        <pc:spChg chg="add mod">
          <ac:chgData name="Anelis Gheorghias" userId="da2eb0ca52ad48a3" providerId="LiveId" clId="{B0B85945-5AD9-462C-B269-AD923495B2AB}" dt="2024-06-30T13:18:51.627" v="5033" actId="20577"/>
          <ac:spMkLst>
            <pc:docMk/>
            <pc:sldMk cId="0" sldId="260"/>
            <ac:spMk id="15" creationId="{ECA0A104-9E4F-387E-2A31-C17E2763AD54}"/>
          </ac:spMkLst>
        </pc:spChg>
        <pc:spChg chg="add mod">
          <ac:chgData name="Anelis Gheorghias" userId="da2eb0ca52ad48a3" providerId="LiveId" clId="{B0B85945-5AD9-462C-B269-AD923495B2AB}" dt="2024-06-27T13:39:15.558" v="4474"/>
          <ac:spMkLst>
            <pc:docMk/>
            <pc:sldMk cId="0" sldId="260"/>
            <ac:spMk id="16" creationId="{BCED26DD-7869-89C2-808A-8C7785DD3304}"/>
          </ac:spMkLst>
        </pc:spChg>
        <pc:spChg chg="del">
          <ac:chgData name="Anelis Gheorghias" userId="da2eb0ca52ad48a3" providerId="LiveId" clId="{B0B85945-5AD9-462C-B269-AD923495B2AB}" dt="2024-06-26T07:23:13.382" v="318" actId="478"/>
          <ac:spMkLst>
            <pc:docMk/>
            <pc:sldMk cId="0" sldId="260"/>
            <ac:spMk id="341" creationId="{00000000-0000-0000-0000-000000000000}"/>
          </ac:spMkLst>
        </pc:spChg>
        <pc:spChg chg="del mod">
          <ac:chgData name="Anelis Gheorghias" userId="da2eb0ca52ad48a3" providerId="LiveId" clId="{B0B85945-5AD9-462C-B269-AD923495B2AB}" dt="2024-06-26T07:44:12.757" v="703" actId="478"/>
          <ac:spMkLst>
            <pc:docMk/>
            <pc:sldMk cId="0" sldId="260"/>
            <ac:spMk id="342" creationId="{00000000-0000-0000-0000-000000000000}"/>
          </ac:spMkLst>
        </pc:spChg>
        <pc:spChg chg="mod">
          <ac:chgData name="Anelis Gheorghias" userId="da2eb0ca52ad48a3" providerId="LiveId" clId="{B0B85945-5AD9-462C-B269-AD923495B2AB}" dt="2024-07-18T15:13:52.924" v="7468" actId="20577"/>
          <ac:spMkLst>
            <pc:docMk/>
            <pc:sldMk cId="0" sldId="260"/>
            <ac:spMk id="343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30T12:22:04.054" v="4990" actId="5793"/>
          <ac:spMkLst>
            <pc:docMk/>
            <pc:sldMk cId="0" sldId="260"/>
            <ac:spMk id="344" creationId="{00000000-0000-0000-0000-000000000000}"/>
          </ac:spMkLst>
        </pc:spChg>
        <pc:spChg chg="del mod">
          <ac:chgData name="Anelis Gheorghias" userId="da2eb0ca52ad48a3" providerId="LiveId" clId="{B0B85945-5AD9-462C-B269-AD923495B2AB}" dt="2024-06-26T07:24:42.965" v="355" actId="478"/>
          <ac:spMkLst>
            <pc:docMk/>
            <pc:sldMk cId="0" sldId="260"/>
            <ac:spMk id="345" creationId="{00000000-0000-0000-0000-000000000000}"/>
          </ac:spMkLst>
        </pc:spChg>
        <pc:spChg chg="del mod">
          <ac:chgData name="Anelis Gheorghias" userId="da2eb0ca52ad48a3" providerId="LiveId" clId="{B0B85945-5AD9-462C-B269-AD923495B2AB}" dt="2024-06-26T07:26:10.176" v="372" actId="478"/>
          <ac:spMkLst>
            <pc:docMk/>
            <pc:sldMk cId="0" sldId="260"/>
            <ac:spMk id="346" creationId="{00000000-0000-0000-0000-000000000000}"/>
          </ac:spMkLst>
        </pc:spChg>
        <pc:spChg chg="del mod">
          <ac:chgData name="Anelis Gheorghias" userId="da2eb0ca52ad48a3" providerId="LiveId" clId="{B0B85945-5AD9-462C-B269-AD923495B2AB}" dt="2024-06-26T07:28:36.239" v="404" actId="478"/>
          <ac:spMkLst>
            <pc:docMk/>
            <pc:sldMk cId="0" sldId="260"/>
            <ac:spMk id="347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7T13:39:15.558" v="4474"/>
          <ac:spMkLst>
            <pc:docMk/>
            <pc:sldMk cId="0" sldId="260"/>
            <ac:spMk id="348" creationId="{00000000-0000-0000-0000-000000000000}"/>
          </ac:spMkLst>
        </pc:spChg>
      </pc:sldChg>
      <pc:sldChg chg="del">
        <pc:chgData name="Anelis Gheorghias" userId="da2eb0ca52ad48a3" providerId="LiveId" clId="{B0B85945-5AD9-462C-B269-AD923495B2AB}" dt="2024-06-27T12:52:18.637" v="3851" actId="47"/>
        <pc:sldMkLst>
          <pc:docMk/>
          <pc:sldMk cId="0" sldId="261"/>
        </pc:sldMkLst>
      </pc:sldChg>
      <pc:sldChg chg="del">
        <pc:chgData name="Anelis Gheorghias" userId="da2eb0ca52ad48a3" providerId="LiveId" clId="{B0B85945-5AD9-462C-B269-AD923495B2AB}" dt="2024-06-27T12:52:19.567" v="3852" actId="47"/>
        <pc:sldMkLst>
          <pc:docMk/>
          <pc:sldMk cId="0" sldId="262"/>
        </pc:sldMkLst>
      </pc:sldChg>
      <pc:sldChg chg="del">
        <pc:chgData name="Anelis Gheorghias" userId="da2eb0ca52ad48a3" providerId="LiveId" clId="{B0B85945-5AD9-462C-B269-AD923495B2AB}" dt="2024-06-27T12:52:20.102" v="3853" actId="47"/>
        <pc:sldMkLst>
          <pc:docMk/>
          <pc:sldMk cId="0" sldId="263"/>
        </pc:sldMkLst>
      </pc:sldChg>
      <pc:sldChg chg="del">
        <pc:chgData name="Anelis Gheorghias" userId="da2eb0ca52ad48a3" providerId="LiveId" clId="{B0B85945-5AD9-462C-B269-AD923495B2AB}" dt="2024-06-27T12:52:20.808" v="3854" actId="47"/>
        <pc:sldMkLst>
          <pc:docMk/>
          <pc:sldMk cId="0" sldId="264"/>
        </pc:sldMkLst>
      </pc:sldChg>
      <pc:sldChg chg="del">
        <pc:chgData name="Anelis Gheorghias" userId="da2eb0ca52ad48a3" providerId="LiveId" clId="{B0B85945-5AD9-462C-B269-AD923495B2AB}" dt="2024-06-27T12:52:21.329" v="3855" actId="47"/>
        <pc:sldMkLst>
          <pc:docMk/>
          <pc:sldMk cId="0" sldId="265"/>
        </pc:sldMkLst>
      </pc:sldChg>
      <pc:sldChg chg="del">
        <pc:chgData name="Anelis Gheorghias" userId="da2eb0ca52ad48a3" providerId="LiveId" clId="{B0B85945-5AD9-462C-B269-AD923495B2AB}" dt="2024-06-27T12:52:21.857" v="3856" actId="47"/>
        <pc:sldMkLst>
          <pc:docMk/>
          <pc:sldMk cId="0" sldId="266"/>
        </pc:sldMkLst>
      </pc:sldChg>
      <pc:sldChg chg="del">
        <pc:chgData name="Anelis Gheorghias" userId="da2eb0ca52ad48a3" providerId="LiveId" clId="{B0B85945-5AD9-462C-B269-AD923495B2AB}" dt="2024-06-27T12:52:23.168" v="3857" actId="47"/>
        <pc:sldMkLst>
          <pc:docMk/>
          <pc:sldMk cId="0" sldId="267"/>
        </pc:sldMkLst>
      </pc:sldChg>
      <pc:sldChg chg="del">
        <pc:chgData name="Anelis Gheorghias" userId="da2eb0ca52ad48a3" providerId="LiveId" clId="{B0B85945-5AD9-462C-B269-AD923495B2AB}" dt="2024-06-27T12:52:23.577" v="3858" actId="47"/>
        <pc:sldMkLst>
          <pc:docMk/>
          <pc:sldMk cId="0" sldId="268"/>
        </pc:sldMkLst>
      </pc:sldChg>
      <pc:sldChg chg="del">
        <pc:chgData name="Anelis Gheorghias" userId="da2eb0ca52ad48a3" providerId="LiveId" clId="{B0B85945-5AD9-462C-B269-AD923495B2AB}" dt="2024-06-27T12:52:23.952" v="3859" actId="47"/>
        <pc:sldMkLst>
          <pc:docMk/>
          <pc:sldMk cId="0" sldId="269"/>
        </pc:sldMkLst>
      </pc:sldChg>
      <pc:sldChg chg="del">
        <pc:chgData name="Anelis Gheorghias" userId="da2eb0ca52ad48a3" providerId="LiveId" clId="{B0B85945-5AD9-462C-B269-AD923495B2AB}" dt="2024-06-27T12:52:24.361" v="3860" actId="47"/>
        <pc:sldMkLst>
          <pc:docMk/>
          <pc:sldMk cId="0" sldId="270"/>
        </pc:sldMkLst>
      </pc:sldChg>
      <pc:sldChg chg="del">
        <pc:chgData name="Anelis Gheorghias" userId="da2eb0ca52ad48a3" providerId="LiveId" clId="{B0B85945-5AD9-462C-B269-AD923495B2AB}" dt="2024-06-27T12:52:25.008" v="3861" actId="47"/>
        <pc:sldMkLst>
          <pc:docMk/>
          <pc:sldMk cId="0" sldId="271"/>
        </pc:sldMkLst>
      </pc:sldChg>
      <pc:sldChg chg="del">
        <pc:chgData name="Anelis Gheorghias" userId="da2eb0ca52ad48a3" providerId="LiveId" clId="{B0B85945-5AD9-462C-B269-AD923495B2AB}" dt="2024-06-27T12:52:25.906" v="3862" actId="47"/>
        <pc:sldMkLst>
          <pc:docMk/>
          <pc:sldMk cId="0" sldId="272"/>
        </pc:sldMkLst>
      </pc:sldChg>
      <pc:sldChg chg="del">
        <pc:chgData name="Anelis Gheorghias" userId="da2eb0ca52ad48a3" providerId="LiveId" clId="{B0B85945-5AD9-462C-B269-AD923495B2AB}" dt="2024-06-27T12:52:26.664" v="3863" actId="47"/>
        <pc:sldMkLst>
          <pc:docMk/>
          <pc:sldMk cId="0" sldId="273"/>
        </pc:sldMkLst>
      </pc:sldChg>
      <pc:sldChg chg="del">
        <pc:chgData name="Anelis Gheorghias" userId="da2eb0ca52ad48a3" providerId="LiveId" clId="{B0B85945-5AD9-462C-B269-AD923495B2AB}" dt="2024-06-27T12:52:28.872" v="3864" actId="47"/>
        <pc:sldMkLst>
          <pc:docMk/>
          <pc:sldMk cId="0" sldId="274"/>
        </pc:sldMkLst>
      </pc:sldChg>
      <pc:sldChg chg="del">
        <pc:chgData name="Anelis Gheorghias" userId="da2eb0ca52ad48a3" providerId="LiveId" clId="{B0B85945-5AD9-462C-B269-AD923495B2AB}" dt="2024-06-27T12:52:29.814" v="3865" actId="47"/>
        <pc:sldMkLst>
          <pc:docMk/>
          <pc:sldMk cId="0" sldId="275"/>
        </pc:sldMkLst>
      </pc:sldChg>
      <pc:sldChg chg="del">
        <pc:chgData name="Anelis Gheorghias" userId="da2eb0ca52ad48a3" providerId="LiveId" clId="{B0B85945-5AD9-462C-B269-AD923495B2AB}" dt="2024-06-27T12:52:30.573" v="3866" actId="47"/>
        <pc:sldMkLst>
          <pc:docMk/>
          <pc:sldMk cId="0" sldId="276"/>
        </pc:sldMkLst>
      </pc:sldChg>
      <pc:sldChg chg="del">
        <pc:chgData name="Anelis Gheorghias" userId="da2eb0ca52ad48a3" providerId="LiveId" clId="{B0B85945-5AD9-462C-B269-AD923495B2AB}" dt="2024-06-27T12:52:31.150" v="3867" actId="47"/>
        <pc:sldMkLst>
          <pc:docMk/>
          <pc:sldMk cId="0" sldId="277"/>
        </pc:sldMkLst>
      </pc:sldChg>
      <pc:sldChg chg="del">
        <pc:chgData name="Anelis Gheorghias" userId="da2eb0ca52ad48a3" providerId="LiveId" clId="{B0B85945-5AD9-462C-B269-AD923495B2AB}" dt="2024-06-27T12:52:32.191" v="3868" actId="47"/>
        <pc:sldMkLst>
          <pc:docMk/>
          <pc:sldMk cId="0" sldId="278"/>
        </pc:sldMkLst>
      </pc:sldChg>
      <pc:sldChg chg="del">
        <pc:chgData name="Anelis Gheorghias" userId="da2eb0ca52ad48a3" providerId="LiveId" clId="{B0B85945-5AD9-462C-B269-AD923495B2AB}" dt="2024-06-27T12:52:32.784" v="3869" actId="47"/>
        <pc:sldMkLst>
          <pc:docMk/>
          <pc:sldMk cId="0" sldId="279"/>
        </pc:sldMkLst>
      </pc:sldChg>
      <pc:sldChg chg="del">
        <pc:chgData name="Anelis Gheorghias" userId="da2eb0ca52ad48a3" providerId="LiveId" clId="{B0B85945-5AD9-462C-B269-AD923495B2AB}" dt="2024-06-27T13:02:54.529" v="4233" actId="47"/>
        <pc:sldMkLst>
          <pc:docMk/>
          <pc:sldMk cId="0" sldId="280"/>
        </pc:sldMkLst>
      </pc:sldChg>
      <pc:sldChg chg="del">
        <pc:chgData name="Anelis Gheorghias" userId="da2eb0ca52ad48a3" providerId="LiveId" clId="{B0B85945-5AD9-462C-B269-AD923495B2AB}" dt="2024-06-27T12:52:36.578" v="3870" actId="47"/>
        <pc:sldMkLst>
          <pc:docMk/>
          <pc:sldMk cId="0" sldId="281"/>
        </pc:sldMkLst>
      </pc:sldChg>
      <pc:sldChg chg="del">
        <pc:chgData name="Anelis Gheorghias" userId="da2eb0ca52ad48a3" providerId="LiveId" clId="{B0B85945-5AD9-462C-B269-AD923495B2AB}" dt="2024-06-27T12:52:38.662" v="3871" actId="47"/>
        <pc:sldMkLst>
          <pc:docMk/>
          <pc:sldMk cId="0" sldId="282"/>
        </pc:sldMkLst>
      </pc:sldChg>
      <pc:sldChg chg="modSp del mod modClrScheme chgLayout">
        <pc:chgData name="Anelis Gheorghias" userId="da2eb0ca52ad48a3" providerId="LiveId" clId="{B0B85945-5AD9-462C-B269-AD923495B2AB}" dt="2024-06-27T13:05:33.310" v="4258" actId="47"/>
        <pc:sldMkLst>
          <pc:docMk/>
          <pc:sldMk cId="0" sldId="283"/>
        </pc:sldMkLst>
        <pc:spChg chg="mod ord">
          <ac:chgData name="Anelis Gheorghias" userId="da2eb0ca52ad48a3" providerId="LiveId" clId="{B0B85945-5AD9-462C-B269-AD923495B2AB}" dt="2024-06-27T13:03:39.296" v="4234" actId="700"/>
          <ac:spMkLst>
            <pc:docMk/>
            <pc:sldMk cId="0" sldId="283"/>
            <ac:spMk id="799" creationId="{00000000-0000-0000-0000-000000000000}"/>
          </ac:spMkLst>
        </pc:spChg>
        <pc:spChg chg="mod ord">
          <ac:chgData name="Anelis Gheorghias" userId="da2eb0ca52ad48a3" providerId="LiveId" clId="{B0B85945-5AD9-462C-B269-AD923495B2AB}" dt="2024-06-27T13:03:39.296" v="4234" actId="700"/>
          <ac:spMkLst>
            <pc:docMk/>
            <pc:sldMk cId="0" sldId="283"/>
            <ac:spMk id="800" creationId="{00000000-0000-0000-0000-000000000000}"/>
          </ac:spMkLst>
        </pc:spChg>
      </pc:sldChg>
      <pc:sldChg chg="del">
        <pc:chgData name="Anelis Gheorghias" userId="da2eb0ca52ad48a3" providerId="LiveId" clId="{B0B85945-5AD9-462C-B269-AD923495B2AB}" dt="2024-06-27T12:52:45.073" v="3872" actId="47"/>
        <pc:sldMkLst>
          <pc:docMk/>
          <pc:sldMk cId="0" sldId="284"/>
        </pc:sldMkLst>
      </pc:sldChg>
      <pc:sldChg chg="del">
        <pc:chgData name="Anelis Gheorghias" userId="da2eb0ca52ad48a3" providerId="LiveId" clId="{B0B85945-5AD9-462C-B269-AD923495B2AB}" dt="2024-06-27T12:52:45.916" v="3873" actId="47"/>
        <pc:sldMkLst>
          <pc:docMk/>
          <pc:sldMk cId="0" sldId="285"/>
        </pc:sldMkLst>
      </pc:sldChg>
      <pc:sldChg chg="del">
        <pc:chgData name="Anelis Gheorghias" userId="da2eb0ca52ad48a3" providerId="LiveId" clId="{B0B85945-5AD9-462C-B269-AD923495B2AB}" dt="2024-06-27T12:52:46.717" v="3874" actId="47"/>
        <pc:sldMkLst>
          <pc:docMk/>
          <pc:sldMk cId="0" sldId="286"/>
        </pc:sldMkLst>
      </pc:sldChg>
      <pc:sldChg chg="add del">
        <pc:chgData name="Anelis Gheorghias" userId="da2eb0ca52ad48a3" providerId="LiveId" clId="{B0B85945-5AD9-462C-B269-AD923495B2AB}" dt="2024-06-27T12:53:15.131" v="3877" actId="47"/>
        <pc:sldMkLst>
          <pc:docMk/>
          <pc:sldMk cId="0" sldId="287"/>
        </pc:sldMkLst>
      </pc:sldChg>
      <pc:sldChg chg="del">
        <pc:chgData name="Anelis Gheorghias" userId="da2eb0ca52ad48a3" providerId="LiveId" clId="{B0B85945-5AD9-462C-B269-AD923495B2AB}" dt="2024-06-27T12:53:15.947" v="3878" actId="47"/>
        <pc:sldMkLst>
          <pc:docMk/>
          <pc:sldMk cId="0" sldId="288"/>
        </pc:sldMkLst>
      </pc:sldChg>
      <pc:sldChg chg="del">
        <pc:chgData name="Anelis Gheorghias" userId="da2eb0ca52ad48a3" providerId="LiveId" clId="{B0B85945-5AD9-462C-B269-AD923495B2AB}" dt="2024-06-27T12:53:17.352" v="3879" actId="47"/>
        <pc:sldMkLst>
          <pc:docMk/>
          <pc:sldMk cId="0" sldId="289"/>
        </pc:sldMkLst>
      </pc:sldChg>
      <pc:sldChg chg="del">
        <pc:chgData name="Anelis Gheorghias" userId="da2eb0ca52ad48a3" providerId="LiveId" clId="{B0B85945-5AD9-462C-B269-AD923495B2AB}" dt="2024-06-27T12:53:18.723" v="3880" actId="47"/>
        <pc:sldMkLst>
          <pc:docMk/>
          <pc:sldMk cId="0" sldId="290"/>
        </pc:sldMkLst>
      </pc:sldChg>
      <pc:sldChg chg="del">
        <pc:chgData name="Anelis Gheorghias" userId="da2eb0ca52ad48a3" providerId="LiveId" clId="{B0B85945-5AD9-462C-B269-AD923495B2AB}" dt="2024-06-27T12:53:19.956" v="3881" actId="47"/>
        <pc:sldMkLst>
          <pc:docMk/>
          <pc:sldMk cId="0" sldId="291"/>
        </pc:sldMkLst>
      </pc:sldChg>
      <pc:sldChg chg="del">
        <pc:chgData name="Anelis Gheorghias" userId="da2eb0ca52ad48a3" providerId="LiveId" clId="{B0B85945-5AD9-462C-B269-AD923495B2AB}" dt="2024-06-27T12:53:20.031" v="3882" actId="47"/>
        <pc:sldMkLst>
          <pc:docMk/>
          <pc:sldMk cId="0" sldId="292"/>
        </pc:sldMkLst>
      </pc:sldChg>
      <pc:sldChg chg="del">
        <pc:chgData name="Anelis Gheorghias" userId="da2eb0ca52ad48a3" providerId="LiveId" clId="{B0B85945-5AD9-462C-B269-AD923495B2AB}" dt="2024-06-27T12:53:20.204" v="3883" actId="47"/>
        <pc:sldMkLst>
          <pc:docMk/>
          <pc:sldMk cId="0" sldId="293"/>
        </pc:sldMkLst>
      </pc:sldChg>
      <pc:sldChg chg="del">
        <pc:chgData name="Anelis Gheorghias" userId="da2eb0ca52ad48a3" providerId="LiveId" clId="{B0B85945-5AD9-462C-B269-AD923495B2AB}" dt="2024-06-27T12:53:20.598" v="3884" actId="47"/>
        <pc:sldMkLst>
          <pc:docMk/>
          <pc:sldMk cId="0" sldId="294"/>
        </pc:sldMkLst>
      </pc:sldChg>
      <pc:sldChg chg="del">
        <pc:chgData name="Anelis Gheorghias" userId="da2eb0ca52ad48a3" providerId="LiveId" clId="{B0B85945-5AD9-462C-B269-AD923495B2AB}" dt="2024-06-27T12:53:20.960" v="3885" actId="47"/>
        <pc:sldMkLst>
          <pc:docMk/>
          <pc:sldMk cId="0" sldId="295"/>
        </pc:sldMkLst>
      </pc:sldChg>
      <pc:sldChg chg="del">
        <pc:chgData name="Anelis Gheorghias" userId="da2eb0ca52ad48a3" providerId="LiveId" clId="{B0B85945-5AD9-462C-B269-AD923495B2AB}" dt="2024-06-27T12:53:21.400" v="3886" actId="47"/>
        <pc:sldMkLst>
          <pc:docMk/>
          <pc:sldMk cId="0" sldId="296"/>
        </pc:sldMkLst>
      </pc:sldChg>
      <pc:sldChg chg="del">
        <pc:chgData name="Anelis Gheorghias" userId="da2eb0ca52ad48a3" providerId="LiveId" clId="{B0B85945-5AD9-462C-B269-AD923495B2AB}" dt="2024-06-27T12:53:21.889" v="3887" actId="47"/>
        <pc:sldMkLst>
          <pc:docMk/>
          <pc:sldMk cId="0" sldId="297"/>
        </pc:sldMkLst>
      </pc:sldChg>
      <pc:sldChg chg="del">
        <pc:chgData name="Anelis Gheorghias" userId="da2eb0ca52ad48a3" providerId="LiveId" clId="{B0B85945-5AD9-462C-B269-AD923495B2AB}" dt="2024-06-27T12:53:22.460" v="3888" actId="47"/>
        <pc:sldMkLst>
          <pc:docMk/>
          <pc:sldMk cId="0" sldId="298"/>
        </pc:sldMkLst>
      </pc:sldChg>
      <pc:sldChg chg="del">
        <pc:chgData name="Anelis Gheorghias" userId="da2eb0ca52ad48a3" providerId="LiveId" clId="{B0B85945-5AD9-462C-B269-AD923495B2AB}" dt="2024-06-27T12:53:23.041" v="3889" actId="47"/>
        <pc:sldMkLst>
          <pc:docMk/>
          <pc:sldMk cId="0" sldId="299"/>
        </pc:sldMkLst>
      </pc:sldChg>
      <pc:sldChg chg="del">
        <pc:chgData name="Anelis Gheorghias" userId="da2eb0ca52ad48a3" providerId="LiveId" clId="{B0B85945-5AD9-462C-B269-AD923495B2AB}" dt="2024-06-27T12:53:23.372" v="3890" actId="47"/>
        <pc:sldMkLst>
          <pc:docMk/>
          <pc:sldMk cId="0" sldId="300"/>
        </pc:sldMkLst>
      </pc:sldChg>
      <pc:sldChg chg="del">
        <pc:chgData name="Anelis Gheorghias" userId="da2eb0ca52ad48a3" providerId="LiveId" clId="{B0B85945-5AD9-462C-B269-AD923495B2AB}" dt="2024-06-27T12:53:23.909" v="3891" actId="47"/>
        <pc:sldMkLst>
          <pc:docMk/>
          <pc:sldMk cId="0" sldId="301"/>
        </pc:sldMkLst>
      </pc:sldChg>
      <pc:sldChg chg="del">
        <pc:chgData name="Anelis Gheorghias" userId="da2eb0ca52ad48a3" providerId="LiveId" clId="{B0B85945-5AD9-462C-B269-AD923495B2AB}" dt="2024-06-27T12:53:24.383" v="3892" actId="47"/>
        <pc:sldMkLst>
          <pc:docMk/>
          <pc:sldMk cId="0" sldId="302"/>
        </pc:sldMkLst>
      </pc:sldChg>
      <pc:sldChg chg="del">
        <pc:chgData name="Anelis Gheorghias" userId="da2eb0ca52ad48a3" providerId="LiveId" clId="{B0B85945-5AD9-462C-B269-AD923495B2AB}" dt="2024-06-27T12:53:25.427" v="3893" actId="47"/>
        <pc:sldMkLst>
          <pc:docMk/>
          <pc:sldMk cId="0" sldId="303"/>
        </pc:sldMkLst>
      </pc:sldChg>
      <pc:sldChg chg="addSp delSp modSp add mod">
        <pc:chgData name="Anelis Gheorghias" userId="da2eb0ca52ad48a3" providerId="LiveId" clId="{B0B85945-5AD9-462C-B269-AD923495B2AB}" dt="2024-06-30T12:22:22.319" v="4999" actId="20577"/>
        <pc:sldMkLst>
          <pc:docMk/>
          <pc:sldMk cId="64989959" sldId="304"/>
        </pc:sldMkLst>
        <pc:spChg chg="add del mod">
          <ac:chgData name="Anelis Gheorghias" userId="da2eb0ca52ad48a3" providerId="LiveId" clId="{B0B85945-5AD9-462C-B269-AD923495B2AB}" dt="2024-06-30T09:46:43.102" v="4846" actId="478"/>
          <ac:spMkLst>
            <pc:docMk/>
            <pc:sldMk cId="64989959" sldId="304"/>
            <ac:spMk id="3" creationId="{096EC745-C7C5-59E3-F8FE-5ABFFC69D5DB}"/>
          </ac:spMkLst>
        </pc:spChg>
        <pc:spChg chg="del mod">
          <ac:chgData name="Anelis Gheorghias" userId="da2eb0ca52ad48a3" providerId="LiveId" clId="{B0B85945-5AD9-462C-B269-AD923495B2AB}" dt="2024-06-30T09:46:38.914" v="4844" actId="478"/>
          <ac:spMkLst>
            <pc:docMk/>
            <pc:sldMk cId="64989959" sldId="304"/>
            <ac:spMk id="5" creationId="{E558614D-E205-2617-7DD9-2107047F503B}"/>
          </ac:spMkLst>
        </pc:spChg>
        <pc:spChg chg="mod">
          <ac:chgData name="Anelis Gheorghias" userId="da2eb0ca52ad48a3" providerId="LiveId" clId="{B0B85945-5AD9-462C-B269-AD923495B2AB}" dt="2024-06-30T09:48:01.295" v="4862" actId="1076"/>
          <ac:spMkLst>
            <pc:docMk/>
            <pc:sldMk cId="64989959" sldId="304"/>
            <ac:spMk id="6" creationId="{CF2C0A8C-67FB-C8E1-AA58-4AD3C6D17B68}"/>
          </ac:spMkLst>
        </pc:spChg>
        <pc:spChg chg="mod">
          <ac:chgData name="Anelis Gheorghias" userId="da2eb0ca52ad48a3" providerId="LiveId" clId="{B0B85945-5AD9-462C-B269-AD923495B2AB}" dt="2024-06-30T12:22:22.319" v="4999" actId="20577"/>
          <ac:spMkLst>
            <pc:docMk/>
            <pc:sldMk cId="64989959" sldId="304"/>
            <ac:spMk id="15" creationId="{ECA0A104-9E4F-387E-2A31-C17E2763AD54}"/>
          </ac:spMkLst>
        </pc:spChg>
        <pc:spChg chg="mod">
          <ac:chgData name="Anelis Gheorghias" userId="da2eb0ca52ad48a3" providerId="LiveId" clId="{B0B85945-5AD9-462C-B269-AD923495B2AB}" dt="2024-06-30T09:48:07.099" v="4863" actId="465"/>
          <ac:spMkLst>
            <pc:docMk/>
            <pc:sldMk cId="64989959" sldId="304"/>
            <ac:spMk id="16" creationId="{BCED26DD-7869-89C2-808A-8C7785DD3304}"/>
          </ac:spMkLst>
        </pc:spChg>
        <pc:spChg chg="del mod">
          <ac:chgData name="Anelis Gheorghias" userId="da2eb0ca52ad48a3" providerId="LiveId" clId="{B0B85945-5AD9-462C-B269-AD923495B2AB}" dt="2024-06-30T09:46:40.226" v="4845" actId="478"/>
          <ac:spMkLst>
            <pc:docMk/>
            <pc:sldMk cId="64989959" sldId="304"/>
            <ac:spMk id="343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30T12:22:19.991" v="4998" actId="20577"/>
          <ac:spMkLst>
            <pc:docMk/>
            <pc:sldMk cId="64989959" sldId="304"/>
            <ac:spMk id="344" creationId="{00000000-0000-0000-0000-000000000000}"/>
          </ac:spMkLst>
        </pc:spChg>
      </pc:sldChg>
      <pc:sldChg chg="addSp delSp modSp add del mod">
        <pc:chgData name="Anelis Gheorghias" userId="da2eb0ca52ad48a3" providerId="LiveId" clId="{B0B85945-5AD9-462C-B269-AD923495B2AB}" dt="2024-06-26T07:45:20.559" v="770" actId="2696"/>
        <pc:sldMkLst>
          <pc:docMk/>
          <pc:sldMk cId="2961118577" sldId="304"/>
        </pc:sldMkLst>
        <pc:spChg chg="add del mod">
          <ac:chgData name="Anelis Gheorghias" userId="da2eb0ca52ad48a3" providerId="LiveId" clId="{B0B85945-5AD9-462C-B269-AD923495B2AB}" dt="2024-06-26T07:33:50.818" v="503" actId="478"/>
          <ac:spMkLst>
            <pc:docMk/>
            <pc:sldMk cId="2961118577" sldId="304"/>
            <ac:spMk id="3" creationId="{95C50393-1B65-5265-24C7-414ADE6F7F1D}"/>
          </ac:spMkLst>
        </pc:spChg>
        <pc:spChg chg="mod">
          <ac:chgData name="Anelis Gheorghias" userId="da2eb0ca52ad48a3" providerId="LiveId" clId="{B0B85945-5AD9-462C-B269-AD923495B2AB}" dt="2024-06-26T07:44:48.249" v="764"/>
          <ac:spMkLst>
            <pc:docMk/>
            <pc:sldMk cId="2961118577" sldId="304"/>
            <ac:spMk id="4" creationId="{646238FC-C986-551A-E3F4-6F8EFF8C8392}"/>
          </ac:spMkLst>
        </pc:spChg>
        <pc:spChg chg="mod">
          <ac:chgData name="Anelis Gheorghias" userId="da2eb0ca52ad48a3" providerId="LiveId" clId="{B0B85945-5AD9-462C-B269-AD923495B2AB}" dt="2024-06-26T07:45:16.402" v="769"/>
          <ac:spMkLst>
            <pc:docMk/>
            <pc:sldMk cId="2961118577" sldId="304"/>
            <ac:spMk id="5" creationId="{E558614D-E205-2617-7DD9-2107047F503B}"/>
          </ac:spMkLst>
        </pc:spChg>
        <pc:spChg chg="del">
          <ac:chgData name="Anelis Gheorghias" userId="da2eb0ca52ad48a3" providerId="LiveId" clId="{B0B85945-5AD9-462C-B269-AD923495B2AB}" dt="2024-06-26T07:33:48.037" v="502" actId="478"/>
          <ac:spMkLst>
            <pc:docMk/>
            <pc:sldMk cId="2961118577" sldId="304"/>
            <ac:spMk id="6" creationId="{CF2C0A8C-67FB-C8E1-AA58-4AD3C6D17B68}"/>
          </ac:spMkLst>
        </pc:spChg>
        <pc:spChg chg="mod">
          <ac:chgData name="Anelis Gheorghias" userId="da2eb0ca52ad48a3" providerId="LiveId" clId="{B0B85945-5AD9-462C-B269-AD923495B2AB}" dt="2024-06-26T07:42:37.319" v="694" actId="14100"/>
          <ac:spMkLst>
            <pc:docMk/>
            <pc:sldMk cId="2961118577" sldId="304"/>
            <ac:spMk id="342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6T07:43:36.868" v="702" actId="1036"/>
          <ac:spMkLst>
            <pc:docMk/>
            <pc:sldMk cId="2961118577" sldId="304"/>
            <ac:spMk id="343" creationId="{00000000-0000-0000-0000-000000000000}"/>
          </ac:spMkLst>
        </pc:spChg>
        <pc:spChg chg="del">
          <ac:chgData name="Anelis Gheorghias" userId="da2eb0ca52ad48a3" providerId="LiveId" clId="{B0B85945-5AD9-462C-B269-AD923495B2AB}" dt="2024-06-26T07:33:48.037" v="502" actId="478"/>
          <ac:spMkLst>
            <pc:docMk/>
            <pc:sldMk cId="2961118577" sldId="304"/>
            <ac:spMk id="344" creationId="{00000000-0000-0000-0000-000000000000}"/>
          </ac:spMkLst>
        </pc:spChg>
      </pc:sldChg>
      <pc:sldChg chg="modSp add mod ord">
        <pc:chgData name="Anelis Gheorghias" userId="da2eb0ca52ad48a3" providerId="LiveId" clId="{B0B85945-5AD9-462C-B269-AD923495B2AB}" dt="2024-06-27T13:07:27.098" v="4291" actId="1037"/>
        <pc:sldMkLst>
          <pc:docMk/>
          <pc:sldMk cId="395588523" sldId="305"/>
        </pc:sldMkLst>
        <pc:spChg chg="mod">
          <ac:chgData name="Anelis Gheorghias" userId="da2eb0ca52ad48a3" providerId="LiveId" clId="{B0B85945-5AD9-462C-B269-AD923495B2AB}" dt="2024-06-26T07:52:38.506" v="1068" actId="1076"/>
          <ac:spMkLst>
            <pc:docMk/>
            <pc:sldMk cId="395588523" sldId="305"/>
            <ac:spMk id="329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6T07:52:30.340" v="1066" actId="20577"/>
          <ac:spMkLst>
            <pc:docMk/>
            <pc:sldMk cId="395588523" sldId="305"/>
            <ac:spMk id="331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7T13:07:27.098" v="4291" actId="1037"/>
          <ac:spMkLst>
            <pc:docMk/>
            <pc:sldMk cId="395588523" sldId="305"/>
            <ac:spMk id="335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7T13:07:24.760" v="4288" actId="1038"/>
          <ac:spMkLst>
            <pc:docMk/>
            <pc:sldMk cId="395588523" sldId="305"/>
            <ac:spMk id="336" creationId="{00000000-0000-0000-0000-000000000000}"/>
          </ac:spMkLst>
        </pc:spChg>
      </pc:sldChg>
      <pc:sldChg chg="addSp modSp new mod">
        <pc:chgData name="Anelis Gheorghias" userId="da2eb0ca52ad48a3" providerId="LiveId" clId="{B0B85945-5AD9-462C-B269-AD923495B2AB}" dt="2024-06-30T08:53:09.510" v="4763" actId="20577"/>
        <pc:sldMkLst>
          <pc:docMk/>
          <pc:sldMk cId="3148163135" sldId="306"/>
        </pc:sldMkLst>
        <pc:spChg chg="mod">
          <ac:chgData name="Anelis Gheorghias" userId="da2eb0ca52ad48a3" providerId="LiveId" clId="{B0B85945-5AD9-462C-B269-AD923495B2AB}" dt="2024-06-27T09:11:50.741" v="1381" actId="242"/>
          <ac:spMkLst>
            <pc:docMk/>
            <pc:sldMk cId="3148163135" sldId="306"/>
            <ac:spMk id="3" creationId="{3E4EB5BC-EAF7-B9E0-A44D-2BCCBBDC18EE}"/>
          </ac:spMkLst>
        </pc:spChg>
        <pc:spChg chg="mod">
          <ac:chgData name="Anelis Gheorghias" userId="da2eb0ca52ad48a3" providerId="LiveId" clId="{B0B85945-5AD9-462C-B269-AD923495B2AB}" dt="2024-06-30T08:53:09.510" v="4763" actId="20577"/>
          <ac:spMkLst>
            <pc:docMk/>
            <pc:sldMk cId="3148163135" sldId="306"/>
            <ac:spMk id="4" creationId="{D26F58AF-0DD6-1780-0071-4F7439788DC6}"/>
          </ac:spMkLst>
        </pc:spChg>
        <pc:picChg chg="add mod">
          <ac:chgData name="Anelis Gheorghias" userId="da2eb0ca52ad48a3" providerId="LiveId" clId="{B0B85945-5AD9-462C-B269-AD923495B2AB}" dt="2024-06-26T07:59:31.575" v="1199" actId="1076"/>
          <ac:picMkLst>
            <pc:docMk/>
            <pc:sldMk cId="3148163135" sldId="306"/>
            <ac:picMk id="5" creationId="{4B625780-9DF3-264F-884A-F7950AD698A7}"/>
          </ac:picMkLst>
        </pc:picChg>
        <pc:picChg chg="add mod">
          <ac:chgData name="Anelis Gheorghias" userId="da2eb0ca52ad48a3" providerId="LiveId" clId="{B0B85945-5AD9-462C-B269-AD923495B2AB}" dt="2024-06-26T07:59:17.607" v="1195" actId="14100"/>
          <ac:picMkLst>
            <pc:docMk/>
            <pc:sldMk cId="3148163135" sldId="306"/>
            <ac:picMk id="6" creationId="{744C4A8C-C63A-DC06-FED8-53A895E9C70E}"/>
          </ac:picMkLst>
        </pc:picChg>
        <pc:picChg chg="add mod">
          <ac:chgData name="Anelis Gheorghias" userId="da2eb0ca52ad48a3" providerId="LiveId" clId="{B0B85945-5AD9-462C-B269-AD923495B2AB}" dt="2024-06-26T07:59:19.973" v="1196" actId="14100"/>
          <ac:picMkLst>
            <pc:docMk/>
            <pc:sldMk cId="3148163135" sldId="306"/>
            <ac:picMk id="7" creationId="{64AFA8A8-7321-BC75-D292-25C9EF20D78C}"/>
          </ac:picMkLst>
        </pc:picChg>
      </pc:sldChg>
      <pc:sldChg chg="addSp delSp modSp new mod">
        <pc:chgData name="Anelis Gheorghias" userId="da2eb0ca52ad48a3" providerId="LiveId" clId="{B0B85945-5AD9-462C-B269-AD923495B2AB}" dt="2024-07-18T10:22:35.613" v="5717" actId="552"/>
        <pc:sldMkLst>
          <pc:docMk/>
          <pc:sldMk cId="3944314666" sldId="307"/>
        </pc:sldMkLst>
        <pc:spChg chg="mod">
          <ac:chgData name="Anelis Gheorghias" userId="da2eb0ca52ad48a3" providerId="LiveId" clId="{B0B85945-5AD9-462C-B269-AD923495B2AB}" dt="2024-06-27T09:08:48.631" v="1308" actId="2711"/>
          <ac:spMkLst>
            <pc:docMk/>
            <pc:sldMk cId="3944314666" sldId="307"/>
            <ac:spMk id="2" creationId="{C3A5522D-5992-9D73-4873-6D4C29608117}"/>
          </ac:spMkLst>
        </pc:spChg>
        <pc:spChg chg="mod">
          <ac:chgData name="Anelis Gheorghias" userId="da2eb0ca52ad48a3" providerId="LiveId" clId="{B0B85945-5AD9-462C-B269-AD923495B2AB}" dt="2024-06-27T09:11:56.911" v="1382" actId="242"/>
          <ac:spMkLst>
            <pc:docMk/>
            <pc:sldMk cId="3944314666" sldId="307"/>
            <ac:spMk id="3" creationId="{A5B2F104-76BD-67D1-06D6-EAED4D2BD88F}"/>
          </ac:spMkLst>
        </pc:spChg>
        <pc:spChg chg="mod">
          <ac:chgData name="Anelis Gheorghias" userId="da2eb0ca52ad48a3" providerId="LiveId" clId="{B0B85945-5AD9-462C-B269-AD923495B2AB}" dt="2024-07-18T10:22:35.613" v="5717" actId="552"/>
          <ac:spMkLst>
            <pc:docMk/>
            <pc:sldMk cId="3944314666" sldId="307"/>
            <ac:spMk id="4" creationId="{8E510307-CCD6-161D-9FDF-D05759110A0C}"/>
          </ac:spMkLst>
        </pc:spChg>
        <pc:spChg chg="mod">
          <ac:chgData name="Anelis Gheorghias" userId="da2eb0ca52ad48a3" providerId="LiveId" clId="{B0B85945-5AD9-462C-B269-AD923495B2AB}" dt="2024-07-17T15:33:41.440" v="5248" actId="242"/>
          <ac:spMkLst>
            <pc:docMk/>
            <pc:sldMk cId="3944314666" sldId="307"/>
            <ac:spMk id="5" creationId="{A61D210D-50DC-2297-AAB2-292DBC464EAC}"/>
          </ac:spMkLst>
        </pc:spChg>
        <pc:spChg chg="add del mod">
          <ac:chgData name="Anelis Gheorghias" userId="da2eb0ca52ad48a3" providerId="LiveId" clId="{B0B85945-5AD9-462C-B269-AD923495B2AB}" dt="2024-07-17T15:33:41.440" v="5248" actId="242"/>
          <ac:spMkLst>
            <pc:docMk/>
            <pc:sldMk cId="3944314666" sldId="307"/>
            <ac:spMk id="6" creationId="{C38445AB-7F3D-D4DB-CAF1-A033EE710FDE}"/>
          </ac:spMkLst>
        </pc:spChg>
        <pc:spChg chg="mod">
          <ac:chgData name="Anelis Gheorghias" userId="da2eb0ca52ad48a3" providerId="LiveId" clId="{B0B85945-5AD9-462C-B269-AD923495B2AB}" dt="2024-06-30T09:55:03.018" v="4892" actId="12789"/>
          <ac:spMkLst>
            <pc:docMk/>
            <pc:sldMk cId="3944314666" sldId="307"/>
            <ac:spMk id="7" creationId="{D781BB56-BE99-2F24-CC47-5FC8885EFC38}"/>
          </ac:spMkLst>
        </pc:spChg>
        <pc:spChg chg="mod">
          <ac:chgData name="Anelis Gheorghias" userId="da2eb0ca52ad48a3" providerId="LiveId" clId="{B0B85945-5AD9-462C-B269-AD923495B2AB}" dt="2024-06-30T09:55:34.713" v="4978" actId="1038"/>
          <ac:spMkLst>
            <pc:docMk/>
            <pc:sldMk cId="3944314666" sldId="307"/>
            <ac:spMk id="8" creationId="{6259DB58-E93F-EAE7-9AF4-E1970D8374E6}"/>
          </ac:spMkLst>
        </pc:spChg>
        <pc:spChg chg="add del mod">
          <ac:chgData name="Anelis Gheorghias" userId="da2eb0ca52ad48a3" providerId="LiveId" clId="{B0B85945-5AD9-462C-B269-AD923495B2AB}" dt="2024-06-30T09:55:35.409" v="4981" actId="478"/>
          <ac:spMkLst>
            <pc:docMk/>
            <pc:sldMk cId="3944314666" sldId="307"/>
            <ac:spMk id="9" creationId="{C54B5DE5-1CFF-15BF-E9E9-C8635B0FE527}"/>
          </ac:spMkLst>
        </pc:spChg>
        <pc:spChg chg="add del mod">
          <ac:chgData name="Anelis Gheorghias" userId="da2eb0ca52ad48a3" providerId="LiveId" clId="{B0B85945-5AD9-462C-B269-AD923495B2AB}" dt="2024-06-30T09:55:35.409" v="4981" actId="478"/>
          <ac:spMkLst>
            <pc:docMk/>
            <pc:sldMk cId="3944314666" sldId="307"/>
            <ac:spMk id="11" creationId="{3DBE8CBE-8777-582E-0446-164EB54925F5}"/>
          </ac:spMkLst>
        </pc:spChg>
        <pc:spChg chg="add del mod">
          <ac:chgData name="Anelis Gheorghias" userId="da2eb0ca52ad48a3" providerId="LiveId" clId="{B0B85945-5AD9-462C-B269-AD923495B2AB}" dt="2024-06-30T09:55:35.409" v="4981" actId="478"/>
          <ac:spMkLst>
            <pc:docMk/>
            <pc:sldMk cId="3944314666" sldId="307"/>
            <ac:spMk id="13" creationId="{D515BC8F-FBD4-9FC5-A0DC-5083F1DFAD67}"/>
          </ac:spMkLst>
        </pc:spChg>
      </pc:sldChg>
      <pc:sldChg chg="new del">
        <pc:chgData name="Anelis Gheorghias" userId="da2eb0ca52ad48a3" providerId="LiveId" clId="{B0B85945-5AD9-462C-B269-AD923495B2AB}" dt="2024-06-27T12:52:15.681" v="3849" actId="47"/>
        <pc:sldMkLst>
          <pc:docMk/>
          <pc:sldMk cId="1339752717" sldId="308"/>
        </pc:sldMkLst>
      </pc:sldChg>
      <pc:sldChg chg="new del">
        <pc:chgData name="Anelis Gheorghias" userId="da2eb0ca52ad48a3" providerId="LiveId" clId="{B0B85945-5AD9-462C-B269-AD923495B2AB}" dt="2024-06-27T10:09:48.460" v="1487" actId="680"/>
        <pc:sldMkLst>
          <pc:docMk/>
          <pc:sldMk cId="2285292989" sldId="308"/>
        </pc:sldMkLst>
      </pc:sldChg>
      <pc:sldChg chg="addSp delSp modSp new mod">
        <pc:chgData name="Anelis Gheorghias" userId="da2eb0ca52ad48a3" providerId="LiveId" clId="{B0B85945-5AD9-462C-B269-AD923495B2AB}" dt="2024-07-18T17:03:39.750" v="7750" actId="14100"/>
        <pc:sldMkLst>
          <pc:docMk/>
          <pc:sldMk cId="1852880886" sldId="309"/>
        </pc:sldMkLst>
        <pc:spChg chg="mod">
          <ac:chgData name="Anelis Gheorghias" userId="da2eb0ca52ad48a3" providerId="LiveId" clId="{B0B85945-5AD9-462C-B269-AD923495B2AB}" dt="2024-06-27T10:32:26.786" v="1701" actId="242"/>
          <ac:spMkLst>
            <pc:docMk/>
            <pc:sldMk cId="1852880886" sldId="309"/>
            <ac:spMk id="3" creationId="{D2720AD4-9177-A8FC-6276-425D8DA7DFE1}"/>
          </ac:spMkLst>
        </pc:spChg>
        <pc:spChg chg="del">
          <ac:chgData name="Anelis Gheorghias" userId="da2eb0ca52ad48a3" providerId="LiveId" clId="{B0B85945-5AD9-462C-B269-AD923495B2AB}" dt="2024-06-27T10:10:13.707" v="1490" actId="478"/>
          <ac:spMkLst>
            <pc:docMk/>
            <pc:sldMk cId="1852880886" sldId="309"/>
            <ac:spMk id="4" creationId="{E3C43C99-434C-D393-FC0F-65661AC2906E}"/>
          </ac:spMkLst>
        </pc:spChg>
        <pc:spChg chg="add del mod">
          <ac:chgData name="Anelis Gheorghias" userId="da2eb0ca52ad48a3" providerId="LiveId" clId="{B0B85945-5AD9-462C-B269-AD923495B2AB}" dt="2024-06-27T10:19:26.082" v="1519"/>
          <ac:spMkLst>
            <pc:docMk/>
            <pc:sldMk cId="1852880886" sldId="309"/>
            <ac:spMk id="5" creationId="{DDDC0978-40C3-C5E5-3546-76B38066B44F}"/>
          </ac:spMkLst>
        </pc:spChg>
        <pc:spChg chg="del">
          <ac:chgData name="Anelis Gheorghias" userId="da2eb0ca52ad48a3" providerId="LiveId" clId="{B0B85945-5AD9-462C-B269-AD923495B2AB}" dt="2024-06-27T10:17:09.369" v="1510" actId="478"/>
          <ac:spMkLst>
            <pc:docMk/>
            <pc:sldMk cId="1852880886" sldId="309"/>
            <ac:spMk id="6" creationId="{B7828016-8A4F-FDF0-E8B7-AC48AD1A49FE}"/>
          </ac:spMkLst>
        </pc:spChg>
        <pc:spChg chg="del">
          <ac:chgData name="Anelis Gheorghias" userId="da2eb0ca52ad48a3" providerId="LiveId" clId="{B0B85945-5AD9-462C-B269-AD923495B2AB}" dt="2024-06-27T10:10:13.707" v="1490" actId="478"/>
          <ac:spMkLst>
            <pc:docMk/>
            <pc:sldMk cId="1852880886" sldId="309"/>
            <ac:spMk id="7" creationId="{62905A05-3BD5-AFC1-74D1-88AD7AEB042C}"/>
          </ac:spMkLst>
        </pc:spChg>
        <pc:spChg chg="add mod">
          <ac:chgData name="Anelis Gheorghias" userId="da2eb0ca52ad48a3" providerId="LiveId" clId="{B0B85945-5AD9-462C-B269-AD923495B2AB}" dt="2024-06-27T10:19:21.585" v="1515"/>
          <ac:spMkLst>
            <pc:docMk/>
            <pc:sldMk cId="1852880886" sldId="309"/>
            <ac:spMk id="8" creationId="{AD4F18F3-29A3-E20E-50FD-57F98A4F54D5}"/>
          </ac:spMkLst>
        </pc:spChg>
        <pc:spChg chg="add mod">
          <ac:chgData name="Anelis Gheorghias" userId="da2eb0ca52ad48a3" providerId="LiveId" clId="{B0B85945-5AD9-462C-B269-AD923495B2AB}" dt="2024-07-18T17:03:34.325" v="7748" actId="1076"/>
          <ac:spMkLst>
            <pc:docMk/>
            <pc:sldMk cId="1852880886" sldId="309"/>
            <ac:spMk id="9" creationId="{46C36B14-8E95-EC67-7E69-831F047DFB7C}"/>
          </ac:spMkLst>
        </pc:spChg>
        <pc:spChg chg="add mod">
          <ac:chgData name="Anelis Gheorghias" userId="da2eb0ca52ad48a3" providerId="LiveId" clId="{B0B85945-5AD9-462C-B269-AD923495B2AB}" dt="2024-06-27T15:00:50.510" v="4570"/>
          <ac:spMkLst>
            <pc:docMk/>
            <pc:sldMk cId="1852880886" sldId="309"/>
            <ac:spMk id="17" creationId="{E8E9D5D0-33BE-1221-E30D-AEFF02571DF7}"/>
          </ac:spMkLst>
        </pc:spChg>
        <pc:spChg chg="add mod">
          <ac:chgData name="Anelis Gheorghias" userId="da2eb0ca52ad48a3" providerId="LiveId" clId="{B0B85945-5AD9-462C-B269-AD923495B2AB}" dt="2024-06-27T15:00:53.076" v="4572"/>
          <ac:spMkLst>
            <pc:docMk/>
            <pc:sldMk cId="1852880886" sldId="309"/>
            <ac:spMk id="18" creationId="{4C8E4692-0EDC-D029-85EB-C0A67A41EB99}"/>
          </ac:spMkLst>
        </pc:spChg>
        <pc:graphicFrameChg chg="add del mod modGraphic">
          <ac:chgData name="Anelis Gheorghias" userId="da2eb0ca52ad48a3" providerId="LiveId" clId="{B0B85945-5AD9-462C-B269-AD923495B2AB}" dt="2024-06-27T10:22:59.375" v="1632" actId="478"/>
          <ac:graphicFrameMkLst>
            <pc:docMk/>
            <pc:sldMk cId="1852880886" sldId="309"/>
            <ac:graphicFrameMk id="10" creationId="{E9488E59-0C97-08CE-8D6E-6200346AEC4B}"/>
          </ac:graphicFrameMkLst>
        </pc:graphicFrameChg>
        <pc:picChg chg="add mod">
          <ac:chgData name="Anelis Gheorghias" userId="da2eb0ca52ad48a3" providerId="LiveId" clId="{B0B85945-5AD9-462C-B269-AD923495B2AB}" dt="2024-07-18T17:03:39.750" v="7750" actId="14100"/>
          <ac:picMkLst>
            <pc:docMk/>
            <pc:sldMk cId="1852880886" sldId="309"/>
            <ac:picMk id="12" creationId="{6A969ACA-D478-BFF3-3042-B14B5A518EDF}"/>
          </ac:picMkLst>
        </pc:picChg>
        <pc:picChg chg="add del mod">
          <ac:chgData name="Anelis Gheorghias" userId="da2eb0ca52ad48a3" providerId="LiveId" clId="{B0B85945-5AD9-462C-B269-AD923495B2AB}" dt="2024-06-27T10:43:35.579" v="2140" actId="478"/>
          <ac:picMkLst>
            <pc:docMk/>
            <pc:sldMk cId="1852880886" sldId="309"/>
            <ac:picMk id="14" creationId="{E9898DC9-DF21-1DD0-6F60-32FAB50C8F44}"/>
          </ac:picMkLst>
        </pc:picChg>
        <pc:picChg chg="add del mod">
          <ac:chgData name="Anelis Gheorghias" userId="da2eb0ca52ad48a3" providerId="LiveId" clId="{B0B85945-5AD9-462C-B269-AD923495B2AB}" dt="2024-06-27T10:46:01.759" v="2144" actId="478"/>
          <ac:picMkLst>
            <pc:docMk/>
            <pc:sldMk cId="1852880886" sldId="309"/>
            <ac:picMk id="16" creationId="{F9387BD1-E646-43A2-A630-562DC792507F}"/>
          </ac:picMkLst>
        </pc:picChg>
        <pc:picChg chg="add mod">
          <ac:chgData name="Anelis Gheorghias" userId="da2eb0ca52ad48a3" providerId="LiveId" clId="{B0B85945-5AD9-462C-B269-AD923495B2AB}" dt="2024-07-18T17:03:39.750" v="7750" actId="14100"/>
          <ac:picMkLst>
            <pc:docMk/>
            <pc:sldMk cId="1852880886" sldId="309"/>
            <ac:picMk id="19" creationId="{B521704E-A18C-A045-C561-5AEAEF879B6D}"/>
          </ac:picMkLst>
        </pc:picChg>
      </pc:sldChg>
      <pc:sldChg chg="addSp delSp modSp add mod">
        <pc:chgData name="Anelis Gheorghias" userId="da2eb0ca52ad48a3" providerId="LiveId" clId="{B0B85945-5AD9-462C-B269-AD923495B2AB}" dt="2024-07-18T17:05:06.152" v="7752" actId="20577"/>
        <pc:sldMkLst>
          <pc:docMk/>
          <pc:sldMk cId="3271052668" sldId="310"/>
        </pc:sldMkLst>
        <pc:spChg chg="mod">
          <ac:chgData name="Anelis Gheorghias" userId="da2eb0ca52ad48a3" providerId="LiveId" clId="{B0B85945-5AD9-462C-B269-AD923495B2AB}" dt="2024-06-27T10:36:49.610" v="1748" actId="20577"/>
          <ac:spMkLst>
            <pc:docMk/>
            <pc:sldMk cId="3271052668" sldId="310"/>
            <ac:spMk id="3" creationId="{D2720AD4-9177-A8FC-6276-425D8DA7DFE1}"/>
          </ac:spMkLst>
        </pc:spChg>
        <pc:spChg chg="mod">
          <ac:chgData name="Anelis Gheorghias" userId="da2eb0ca52ad48a3" providerId="LiveId" clId="{B0B85945-5AD9-462C-B269-AD923495B2AB}" dt="2024-07-18T17:05:06.152" v="7752" actId="20577"/>
          <ac:spMkLst>
            <pc:docMk/>
            <pc:sldMk cId="3271052668" sldId="310"/>
            <ac:spMk id="9" creationId="{46C36B14-8E95-EC67-7E69-831F047DFB7C}"/>
          </ac:spMkLst>
        </pc:spChg>
        <pc:picChg chg="add mod">
          <ac:chgData name="Anelis Gheorghias" userId="da2eb0ca52ad48a3" providerId="LiveId" clId="{B0B85945-5AD9-462C-B269-AD923495B2AB}" dt="2024-06-27T10:56:49.993" v="2227" actId="1076"/>
          <ac:picMkLst>
            <pc:docMk/>
            <pc:sldMk cId="3271052668" sldId="310"/>
            <ac:picMk id="5" creationId="{7ECC36C2-B781-25B2-6F3A-236ABDB34FBE}"/>
          </ac:picMkLst>
        </pc:picChg>
        <pc:picChg chg="del">
          <ac:chgData name="Anelis Gheorghias" userId="da2eb0ca52ad48a3" providerId="LiveId" clId="{B0B85945-5AD9-462C-B269-AD923495B2AB}" dt="2024-06-27T10:48:45.768" v="2145" actId="478"/>
          <ac:picMkLst>
            <pc:docMk/>
            <pc:sldMk cId="3271052668" sldId="310"/>
            <ac:picMk id="12" creationId="{6A969ACA-D478-BFF3-3042-B14B5A518EDF}"/>
          </ac:picMkLst>
        </pc:picChg>
      </pc:sldChg>
      <pc:sldChg chg="addSp delSp modSp add del mod">
        <pc:chgData name="Anelis Gheorghias" userId="da2eb0ca52ad48a3" providerId="LiveId" clId="{B0B85945-5AD9-462C-B269-AD923495B2AB}" dt="2024-06-27T15:02:10.980" v="4583" actId="2696"/>
        <pc:sldMkLst>
          <pc:docMk/>
          <pc:sldMk cId="753398572" sldId="311"/>
        </pc:sldMkLst>
        <pc:spChg chg="mod">
          <ac:chgData name="Anelis Gheorghias" userId="da2eb0ca52ad48a3" providerId="LiveId" clId="{B0B85945-5AD9-462C-B269-AD923495B2AB}" dt="2024-06-27T14:42:38.930" v="4476" actId="13926"/>
          <ac:spMkLst>
            <pc:docMk/>
            <pc:sldMk cId="753398572" sldId="311"/>
            <ac:spMk id="3" creationId="{D2720AD4-9177-A8FC-6276-425D8DA7DFE1}"/>
          </ac:spMkLst>
        </pc:spChg>
        <pc:spChg chg="mod">
          <ac:chgData name="Anelis Gheorghias" userId="da2eb0ca52ad48a3" providerId="LiveId" clId="{B0B85945-5AD9-462C-B269-AD923495B2AB}" dt="2024-06-27T10:55:00.035" v="2213" actId="1076"/>
          <ac:spMkLst>
            <pc:docMk/>
            <pc:sldMk cId="753398572" sldId="311"/>
            <ac:spMk id="9" creationId="{46C36B14-8E95-EC67-7E69-831F047DFB7C}"/>
          </ac:spMkLst>
        </pc:spChg>
        <pc:picChg chg="add mod">
          <ac:chgData name="Anelis Gheorghias" userId="da2eb0ca52ad48a3" providerId="LiveId" clId="{B0B85945-5AD9-462C-B269-AD923495B2AB}" dt="2024-06-27T10:56:59.978" v="2228" actId="1076"/>
          <ac:picMkLst>
            <pc:docMk/>
            <pc:sldMk cId="753398572" sldId="311"/>
            <ac:picMk id="5" creationId="{8E8911DF-93A3-C85A-E9CB-BA3E8EE778B0}"/>
          </ac:picMkLst>
        </pc:picChg>
        <pc:picChg chg="del">
          <ac:chgData name="Anelis Gheorghias" userId="da2eb0ca52ad48a3" providerId="LiveId" clId="{B0B85945-5AD9-462C-B269-AD923495B2AB}" dt="2024-06-27T10:50:52.300" v="2181" actId="478"/>
          <ac:picMkLst>
            <pc:docMk/>
            <pc:sldMk cId="753398572" sldId="311"/>
            <ac:picMk id="12" creationId="{6A969ACA-D478-BFF3-3042-B14B5A518EDF}"/>
          </ac:picMkLst>
        </pc:picChg>
      </pc:sldChg>
      <pc:sldChg chg="addSp delSp modSp add mod">
        <pc:chgData name="Anelis Gheorghias" userId="da2eb0ca52ad48a3" providerId="LiveId" clId="{B0B85945-5AD9-462C-B269-AD923495B2AB}" dt="2024-07-18T12:47:13.787" v="6152" actId="114"/>
        <pc:sldMkLst>
          <pc:docMk/>
          <pc:sldMk cId="4157033224" sldId="312"/>
        </pc:sldMkLst>
        <pc:spChg chg="add del mod">
          <ac:chgData name="Anelis Gheorghias" userId="da2eb0ca52ad48a3" providerId="LiveId" clId="{B0B85945-5AD9-462C-B269-AD923495B2AB}" dt="2024-07-18T11:22:48.757" v="5947" actId="478"/>
          <ac:spMkLst>
            <pc:docMk/>
            <pc:sldMk cId="4157033224" sldId="312"/>
            <ac:spMk id="8" creationId="{D7745CBC-19DB-D52B-A007-A9A1EE42D783}"/>
          </ac:spMkLst>
        </pc:spChg>
        <pc:spChg chg="mod">
          <ac:chgData name="Anelis Gheorghias" userId="da2eb0ca52ad48a3" providerId="LiveId" clId="{B0B85945-5AD9-462C-B269-AD923495B2AB}" dt="2024-07-18T12:47:13.787" v="6152" actId="114"/>
          <ac:spMkLst>
            <pc:docMk/>
            <pc:sldMk cId="4157033224" sldId="312"/>
            <ac:spMk id="9" creationId="{46C36B14-8E95-EC67-7E69-831F047DFB7C}"/>
          </ac:spMkLst>
        </pc:spChg>
        <pc:spChg chg="add del mod">
          <ac:chgData name="Anelis Gheorghias" userId="da2eb0ca52ad48a3" providerId="LiveId" clId="{B0B85945-5AD9-462C-B269-AD923495B2AB}" dt="2024-07-18T11:22:50.605" v="5948" actId="478"/>
          <ac:spMkLst>
            <pc:docMk/>
            <pc:sldMk cId="4157033224" sldId="312"/>
            <ac:spMk id="10" creationId="{AF5104A2-CA99-E847-224D-0B95366AECD7}"/>
          </ac:spMkLst>
        </pc:spChg>
        <pc:spChg chg="add del mod">
          <ac:chgData name="Anelis Gheorghias" userId="da2eb0ca52ad48a3" providerId="LiveId" clId="{B0B85945-5AD9-462C-B269-AD923495B2AB}" dt="2024-07-18T11:22:46.495" v="5946" actId="478"/>
          <ac:spMkLst>
            <pc:docMk/>
            <pc:sldMk cId="4157033224" sldId="312"/>
            <ac:spMk id="12" creationId="{9D965442-204B-3C8B-AE2C-F7923E56E167}"/>
          </ac:spMkLst>
        </pc:spChg>
        <pc:spChg chg="add del mod">
          <ac:chgData name="Anelis Gheorghias" userId="da2eb0ca52ad48a3" providerId="LiveId" clId="{B0B85945-5AD9-462C-B269-AD923495B2AB}" dt="2024-07-18T11:23:33.277" v="5979" actId="478"/>
          <ac:spMkLst>
            <pc:docMk/>
            <pc:sldMk cId="4157033224" sldId="312"/>
            <ac:spMk id="14" creationId="{E1EC52C0-B6AA-C260-04F9-4DD36D132CAA}"/>
          </ac:spMkLst>
        </pc:spChg>
        <pc:spChg chg="add del mod">
          <ac:chgData name="Anelis Gheorghias" userId="da2eb0ca52ad48a3" providerId="LiveId" clId="{B0B85945-5AD9-462C-B269-AD923495B2AB}" dt="2024-07-18T11:27:16.780" v="6051" actId="478"/>
          <ac:spMkLst>
            <pc:docMk/>
            <pc:sldMk cId="4157033224" sldId="312"/>
            <ac:spMk id="15" creationId="{B3C2A1DD-6F43-F06C-9E05-43C98E5EFCDA}"/>
          </ac:spMkLst>
        </pc:spChg>
        <pc:spChg chg="add del mod">
          <ac:chgData name="Anelis Gheorghias" userId="da2eb0ca52ad48a3" providerId="LiveId" clId="{B0B85945-5AD9-462C-B269-AD923495B2AB}" dt="2024-07-18T11:30:21.034" v="6078" actId="478"/>
          <ac:spMkLst>
            <pc:docMk/>
            <pc:sldMk cId="4157033224" sldId="312"/>
            <ac:spMk id="21" creationId="{92BA3873-03FA-C834-A4B1-25B0231E7AF6}"/>
          </ac:spMkLst>
        </pc:spChg>
        <pc:spChg chg="add del">
          <ac:chgData name="Anelis Gheorghias" userId="da2eb0ca52ad48a3" providerId="LiveId" clId="{B0B85945-5AD9-462C-B269-AD923495B2AB}" dt="2024-07-18T12:44:54.370" v="6117" actId="22"/>
          <ac:spMkLst>
            <pc:docMk/>
            <pc:sldMk cId="4157033224" sldId="312"/>
            <ac:spMk id="24" creationId="{83C06334-8305-2040-7829-4481C257906D}"/>
          </ac:spMkLst>
        </pc:spChg>
        <pc:spChg chg="add del">
          <ac:chgData name="Anelis Gheorghias" userId="da2eb0ca52ad48a3" providerId="LiveId" clId="{B0B85945-5AD9-462C-B269-AD923495B2AB}" dt="2024-07-18T12:44:58.383" v="6119" actId="22"/>
          <ac:spMkLst>
            <pc:docMk/>
            <pc:sldMk cId="4157033224" sldId="312"/>
            <ac:spMk id="26" creationId="{DE12B188-B1B4-CF72-DF08-625428C07F78}"/>
          </ac:spMkLst>
        </pc:spChg>
        <pc:spChg chg="add del mod">
          <ac:chgData name="Anelis Gheorghias" userId="da2eb0ca52ad48a3" providerId="LiveId" clId="{B0B85945-5AD9-462C-B269-AD923495B2AB}" dt="2024-07-18T12:45:53.796" v="6124" actId="478"/>
          <ac:spMkLst>
            <pc:docMk/>
            <pc:sldMk cId="4157033224" sldId="312"/>
            <ac:spMk id="28" creationId="{72828085-4CAB-3848-5788-FD03280D64D9}"/>
          </ac:spMkLst>
        </pc:spChg>
        <pc:grpChg chg="add mod">
          <ac:chgData name="Anelis Gheorghias" userId="da2eb0ca52ad48a3" providerId="LiveId" clId="{B0B85945-5AD9-462C-B269-AD923495B2AB}" dt="2024-06-27T11:03:55.797" v="2277" actId="164"/>
          <ac:grpSpMkLst>
            <pc:docMk/>
            <pc:sldMk cId="4157033224" sldId="312"/>
            <ac:grpSpMk id="12" creationId="{88519A93-1519-AB3A-2A63-FB720EA681F2}"/>
          </ac:grpSpMkLst>
        </pc:grpChg>
        <pc:picChg chg="del">
          <ac:chgData name="Anelis Gheorghias" userId="da2eb0ca52ad48a3" providerId="LiveId" clId="{B0B85945-5AD9-462C-B269-AD923495B2AB}" dt="2024-06-27T10:57:38.013" v="2238" actId="478"/>
          <ac:picMkLst>
            <pc:docMk/>
            <pc:sldMk cId="4157033224" sldId="312"/>
            <ac:picMk id="5" creationId="{7ECC36C2-B781-25B2-6F3A-236ABDB34FBE}"/>
          </ac:picMkLst>
        </pc:picChg>
        <pc:picChg chg="add del mod">
          <ac:chgData name="Anelis Gheorghias" userId="da2eb0ca52ad48a3" providerId="LiveId" clId="{B0B85945-5AD9-462C-B269-AD923495B2AB}" dt="2024-07-18T11:29:15.325" v="6064" actId="1076"/>
          <ac:picMkLst>
            <pc:docMk/>
            <pc:sldMk cId="4157033224" sldId="312"/>
            <ac:picMk id="6" creationId="{B8AD99D1-5629-1F23-3018-8BB2A8D83041}"/>
          </ac:picMkLst>
        </pc:picChg>
        <pc:picChg chg="add del mod">
          <ac:chgData name="Anelis Gheorghias" userId="da2eb0ca52ad48a3" providerId="LiveId" clId="{B0B85945-5AD9-462C-B269-AD923495B2AB}" dt="2024-06-27T11:06:47.354" v="2307" actId="478"/>
          <ac:picMkLst>
            <pc:docMk/>
            <pc:sldMk cId="4157033224" sldId="312"/>
            <ac:picMk id="8" creationId="{9874EA9A-30B9-00FB-8F80-E7656BABA48B}"/>
          </ac:picMkLst>
        </pc:picChg>
        <pc:picChg chg="add mod">
          <ac:chgData name="Anelis Gheorghias" userId="da2eb0ca52ad48a3" providerId="LiveId" clId="{B0B85945-5AD9-462C-B269-AD923495B2AB}" dt="2024-07-18T11:29:15.325" v="6064" actId="1076"/>
          <ac:picMkLst>
            <pc:docMk/>
            <pc:sldMk cId="4157033224" sldId="312"/>
            <ac:picMk id="11" creationId="{1567E9C9-2045-3A61-6262-B50B89016985}"/>
          </ac:picMkLst>
        </pc:picChg>
        <pc:picChg chg="add del mod">
          <ac:chgData name="Anelis Gheorghias" userId="da2eb0ca52ad48a3" providerId="LiveId" clId="{B0B85945-5AD9-462C-B269-AD923495B2AB}" dt="2024-06-27T15:03:11.778" v="4585" actId="478"/>
          <ac:picMkLst>
            <pc:docMk/>
            <pc:sldMk cId="4157033224" sldId="312"/>
            <ac:picMk id="14" creationId="{24167E5D-00D1-6F45-C3ED-030A9051D67D}"/>
          </ac:picMkLst>
        </pc:picChg>
        <pc:picChg chg="add mod">
          <ac:chgData name="Anelis Gheorghias" userId="da2eb0ca52ad48a3" providerId="LiveId" clId="{B0B85945-5AD9-462C-B269-AD923495B2AB}" dt="2024-06-27T15:03:08.436" v="4584"/>
          <ac:picMkLst>
            <pc:docMk/>
            <pc:sldMk cId="4157033224" sldId="312"/>
            <ac:picMk id="15" creationId="{AE5AF200-685F-0248-F9C9-10B32CB394EA}"/>
          </ac:picMkLst>
        </pc:picChg>
        <pc:picChg chg="add del mod">
          <ac:chgData name="Anelis Gheorghias" userId="da2eb0ca52ad48a3" providerId="LiveId" clId="{B0B85945-5AD9-462C-B269-AD923495B2AB}" dt="2024-07-18T11:33:18.216" v="6113" actId="478"/>
          <ac:picMkLst>
            <pc:docMk/>
            <pc:sldMk cId="4157033224" sldId="312"/>
            <ac:picMk id="16" creationId="{1943A3A2-D547-3BDB-2505-9C75E1FFF4AE}"/>
          </ac:picMkLst>
        </pc:picChg>
        <pc:picChg chg="add del mod">
          <ac:chgData name="Anelis Gheorghias" userId="da2eb0ca52ad48a3" providerId="LiveId" clId="{B0B85945-5AD9-462C-B269-AD923495B2AB}" dt="2024-07-18T11:28:58.121" v="6061" actId="478"/>
          <ac:picMkLst>
            <pc:docMk/>
            <pc:sldMk cId="4157033224" sldId="312"/>
            <ac:picMk id="17" creationId="{D71731AD-33E9-43F6-C594-69E39077FB4B}"/>
          </ac:picMkLst>
        </pc:picChg>
        <pc:picChg chg="add del mod">
          <ac:chgData name="Anelis Gheorghias" userId="da2eb0ca52ad48a3" providerId="LiveId" clId="{B0B85945-5AD9-462C-B269-AD923495B2AB}" dt="2024-07-18T11:28:58.121" v="6061" actId="478"/>
          <ac:picMkLst>
            <pc:docMk/>
            <pc:sldMk cId="4157033224" sldId="312"/>
            <ac:picMk id="19" creationId="{68C3089F-EA16-C497-713C-82B599BEDF91}"/>
          </ac:picMkLst>
        </pc:picChg>
        <pc:picChg chg="add mod">
          <ac:chgData name="Anelis Gheorghias" userId="da2eb0ca52ad48a3" providerId="LiveId" clId="{B0B85945-5AD9-462C-B269-AD923495B2AB}" dt="2024-07-18T11:33:27.362" v="6115" actId="1076"/>
          <ac:picMkLst>
            <pc:docMk/>
            <pc:sldMk cId="4157033224" sldId="312"/>
            <ac:picMk id="22" creationId="{AA2053F0-626F-A073-09C4-384A15725C57}"/>
          </ac:picMkLst>
        </pc:picChg>
        <pc:cxnChg chg="add del mod">
          <ac:chgData name="Anelis Gheorghias" userId="da2eb0ca52ad48a3" providerId="LiveId" clId="{B0B85945-5AD9-462C-B269-AD923495B2AB}" dt="2024-07-18T11:30:21.034" v="6078" actId="478"/>
          <ac:cxnSpMkLst>
            <pc:docMk/>
            <pc:sldMk cId="4157033224" sldId="312"/>
            <ac:cxnSpMk id="18" creationId="{F272ED64-A4C5-8C22-55E6-929A49F60FA3}"/>
          </ac:cxnSpMkLst>
        </pc:cxnChg>
      </pc:sldChg>
      <pc:sldChg chg="addSp delSp modSp add del mod">
        <pc:chgData name="Anelis Gheorghias" userId="da2eb0ca52ad48a3" providerId="LiveId" clId="{B0B85945-5AD9-462C-B269-AD923495B2AB}" dt="2024-06-27T15:05:26.181" v="4609" actId="47"/>
        <pc:sldMkLst>
          <pc:docMk/>
          <pc:sldMk cId="2212636329" sldId="313"/>
        </pc:sldMkLst>
        <pc:spChg chg="mod">
          <ac:chgData name="Anelis Gheorghias" userId="da2eb0ca52ad48a3" providerId="LiveId" clId="{B0B85945-5AD9-462C-B269-AD923495B2AB}" dt="2024-06-27T11:10:29.154" v="2344" actId="20577"/>
          <ac:spMkLst>
            <pc:docMk/>
            <pc:sldMk cId="2212636329" sldId="313"/>
            <ac:spMk id="9" creationId="{46C36B14-8E95-EC67-7E69-831F047DFB7C}"/>
          </ac:spMkLst>
        </pc:spChg>
        <pc:picChg chg="add mod">
          <ac:chgData name="Anelis Gheorghias" userId="da2eb0ca52ad48a3" providerId="LiveId" clId="{B0B85945-5AD9-462C-B269-AD923495B2AB}" dt="2024-06-27T11:11:11.673" v="2360" actId="1035"/>
          <ac:picMkLst>
            <pc:docMk/>
            <pc:sldMk cId="2212636329" sldId="313"/>
            <ac:picMk id="5" creationId="{DDA3A091-640B-55DE-9717-F4D67A94592B}"/>
          </ac:picMkLst>
        </pc:picChg>
        <pc:picChg chg="del">
          <ac:chgData name="Anelis Gheorghias" userId="da2eb0ca52ad48a3" providerId="LiveId" clId="{B0B85945-5AD9-462C-B269-AD923495B2AB}" dt="2024-06-27T11:10:34.201" v="2345" actId="478"/>
          <ac:picMkLst>
            <pc:docMk/>
            <pc:sldMk cId="2212636329" sldId="313"/>
            <ac:picMk id="6" creationId="{B8AD99D1-5629-1F23-3018-8BB2A8D83041}"/>
          </ac:picMkLst>
        </pc:picChg>
        <pc:picChg chg="del">
          <ac:chgData name="Anelis Gheorghias" userId="da2eb0ca52ad48a3" providerId="LiveId" clId="{B0B85945-5AD9-462C-B269-AD923495B2AB}" dt="2024-06-27T11:10:35.995" v="2346" actId="478"/>
          <ac:picMkLst>
            <pc:docMk/>
            <pc:sldMk cId="2212636329" sldId="313"/>
            <ac:picMk id="11" creationId="{1567E9C9-2045-3A61-6262-B50B89016985}"/>
          </ac:picMkLst>
        </pc:picChg>
        <pc:picChg chg="del">
          <ac:chgData name="Anelis Gheorghias" userId="da2eb0ca52ad48a3" providerId="LiveId" clId="{B0B85945-5AD9-462C-B269-AD923495B2AB}" dt="2024-06-27T11:10:48.587" v="2350" actId="478"/>
          <ac:picMkLst>
            <pc:docMk/>
            <pc:sldMk cId="2212636329" sldId="313"/>
            <ac:picMk id="14" creationId="{24167E5D-00D1-6F45-C3ED-030A9051D67D}"/>
          </ac:picMkLst>
        </pc:picChg>
      </pc:sldChg>
      <pc:sldChg chg="addSp delSp modSp add mod ord">
        <pc:chgData name="Anelis Gheorghias" userId="da2eb0ca52ad48a3" providerId="LiveId" clId="{B0B85945-5AD9-462C-B269-AD923495B2AB}" dt="2024-07-18T13:15:00.087" v="6286" actId="20577"/>
        <pc:sldMkLst>
          <pc:docMk/>
          <pc:sldMk cId="409402142" sldId="314"/>
        </pc:sldMkLst>
        <pc:spChg chg="mod">
          <ac:chgData name="Anelis Gheorghias" userId="da2eb0ca52ad48a3" providerId="LiveId" clId="{B0B85945-5AD9-462C-B269-AD923495B2AB}" dt="2024-06-27T11:18:42.519" v="2399" actId="20577"/>
          <ac:spMkLst>
            <pc:docMk/>
            <pc:sldMk cId="409402142" sldId="314"/>
            <ac:spMk id="3" creationId="{D2720AD4-9177-A8FC-6276-425D8DA7DFE1}"/>
          </ac:spMkLst>
        </pc:spChg>
        <pc:spChg chg="mod">
          <ac:chgData name="Anelis Gheorghias" userId="da2eb0ca52ad48a3" providerId="LiveId" clId="{B0B85945-5AD9-462C-B269-AD923495B2AB}" dt="2024-07-18T13:15:00.087" v="6286" actId="20577"/>
          <ac:spMkLst>
            <pc:docMk/>
            <pc:sldMk cId="409402142" sldId="314"/>
            <ac:spMk id="9" creationId="{46C36B14-8E95-EC67-7E69-831F047DFB7C}"/>
          </ac:spMkLst>
        </pc:spChg>
        <pc:picChg chg="del">
          <ac:chgData name="Anelis Gheorghias" userId="da2eb0ca52ad48a3" providerId="LiveId" clId="{B0B85945-5AD9-462C-B269-AD923495B2AB}" dt="2024-06-27T11:20:39.805" v="2400" actId="478"/>
          <ac:picMkLst>
            <pc:docMk/>
            <pc:sldMk cId="409402142" sldId="314"/>
            <ac:picMk id="5" creationId="{7ECC36C2-B781-25B2-6F3A-236ABDB34FBE}"/>
          </ac:picMkLst>
        </pc:picChg>
        <pc:picChg chg="add mod">
          <ac:chgData name="Anelis Gheorghias" userId="da2eb0ca52ad48a3" providerId="LiveId" clId="{B0B85945-5AD9-462C-B269-AD923495B2AB}" dt="2024-06-27T11:24:50.714" v="2404" actId="1076"/>
          <ac:picMkLst>
            <pc:docMk/>
            <pc:sldMk cId="409402142" sldId="314"/>
            <ac:picMk id="6" creationId="{9E7E8B05-7CA7-8C55-3EE1-4AC57A776C30}"/>
          </ac:picMkLst>
        </pc:picChg>
      </pc:sldChg>
      <pc:sldChg chg="addSp delSp modSp add mod">
        <pc:chgData name="Anelis Gheorghias" userId="da2eb0ca52ad48a3" providerId="LiveId" clId="{B0B85945-5AD9-462C-B269-AD923495B2AB}" dt="2024-07-18T15:32:20.697" v="7484" actId="20577"/>
        <pc:sldMkLst>
          <pc:docMk/>
          <pc:sldMk cId="3082204142" sldId="315"/>
        </pc:sldMkLst>
        <pc:spChg chg="add mod">
          <ac:chgData name="Anelis Gheorghias" userId="da2eb0ca52ad48a3" providerId="LiveId" clId="{B0B85945-5AD9-462C-B269-AD923495B2AB}" dt="2024-07-18T15:32:20.697" v="7484" actId="20577"/>
          <ac:spMkLst>
            <pc:docMk/>
            <pc:sldMk cId="3082204142" sldId="315"/>
            <ac:spMk id="4" creationId="{B4A8003B-2ACE-7816-CFBA-4CD23B3B5379}"/>
          </ac:spMkLst>
        </pc:spChg>
        <pc:spChg chg="add">
          <ac:chgData name="Anelis Gheorghias" userId="da2eb0ca52ad48a3" providerId="LiveId" clId="{B0B85945-5AD9-462C-B269-AD923495B2AB}" dt="2024-07-18T13:37:50.679" v="6303"/>
          <ac:spMkLst>
            <pc:docMk/>
            <pc:sldMk cId="3082204142" sldId="315"/>
            <ac:spMk id="5" creationId="{1D3BE4FC-CCC4-D363-D9AE-C6E39C925C30}"/>
          </ac:spMkLst>
        </pc:spChg>
        <pc:spChg chg="mod">
          <ac:chgData name="Anelis Gheorghias" userId="da2eb0ca52ad48a3" providerId="LiveId" clId="{B0B85945-5AD9-462C-B269-AD923495B2AB}" dt="2024-06-30T12:23:15.014" v="5014" actId="20577"/>
          <ac:spMkLst>
            <pc:docMk/>
            <pc:sldMk cId="3082204142" sldId="315"/>
            <ac:spMk id="9" creationId="{46C36B14-8E95-EC67-7E69-831F047DFB7C}"/>
          </ac:spMkLst>
        </pc:spChg>
        <pc:picChg chg="add del mod">
          <ac:chgData name="Anelis Gheorghias" userId="da2eb0ca52ad48a3" providerId="LiveId" clId="{B0B85945-5AD9-462C-B269-AD923495B2AB}" dt="2024-06-27T11:35:02.250" v="2604" actId="478"/>
          <ac:picMkLst>
            <pc:docMk/>
            <pc:sldMk cId="3082204142" sldId="315"/>
            <ac:picMk id="5" creationId="{FDC35E12-D645-6B04-015B-D89B1594D0F8}"/>
          </ac:picMkLst>
        </pc:picChg>
        <pc:picChg chg="del">
          <ac:chgData name="Anelis Gheorghias" userId="da2eb0ca52ad48a3" providerId="LiveId" clId="{B0B85945-5AD9-462C-B269-AD923495B2AB}" dt="2024-06-27T11:32:01.832" v="2475" actId="478"/>
          <ac:picMkLst>
            <pc:docMk/>
            <pc:sldMk cId="3082204142" sldId="315"/>
            <ac:picMk id="6" creationId="{9E7E8B05-7CA7-8C55-3EE1-4AC57A776C30}"/>
          </ac:picMkLst>
        </pc:picChg>
        <pc:picChg chg="add mod">
          <ac:chgData name="Anelis Gheorghias" userId="da2eb0ca52ad48a3" providerId="LiveId" clId="{B0B85945-5AD9-462C-B269-AD923495B2AB}" dt="2024-07-18T13:40:27.549" v="6450" actId="1076"/>
          <ac:picMkLst>
            <pc:docMk/>
            <pc:sldMk cId="3082204142" sldId="315"/>
            <ac:picMk id="7" creationId="{902C73CF-C51E-8FC5-06C5-7FF2632F92CD}"/>
          </ac:picMkLst>
        </pc:picChg>
      </pc:sldChg>
      <pc:sldChg chg="modSp add mod ord">
        <pc:chgData name="Anelis Gheorghias" userId="da2eb0ca52ad48a3" providerId="LiveId" clId="{B0B85945-5AD9-462C-B269-AD923495B2AB}" dt="2024-06-30T12:23:10.808" v="5013" actId="20577"/>
        <pc:sldMkLst>
          <pc:docMk/>
          <pc:sldMk cId="2107281612" sldId="316"/>
        </pc:sldMkLst>
        <pc:spChg chg="mod">
          <ac:chgData name="Anelis Gheorghias" userId="da2eb0ca52ad48a3" providerId="LiveId" clId="{B0B85945-5AD9-462C-B269-AD923495B2AB}" dt="2024-06-30T12:23:10.808" v="5013" actId="20577"/>
          <ac:spMkLst>
            <pc:docMk/>
            <pc:sldMk cId="2107281612" sldId="316"/>
            <ac:spMk id="9" creationId="{46C36B14-8E95-EC67-7E69-831F047DFB7C}"/>
          </ac:spMkLst>
        </pc:spChg>
      </pc:sldChg>
      <pc:sldChg chg="addSp delSp modSp add mod">
        <pc:chgData name="Anelis Gheorghias" userId="da2eb0ca52ad48a3" providerId="LiveId" clId="{B0B85945-5AD9-462C-B269-AD923495B2AB}" dt="2024-06-30T12:23:20.453" v="5015" actId="20577"/>
        <pc:sldMkLst>
          <pc:docMk/>
          <pc:sldMk cId="2431340550" sldId="317"/>
        </pc:sldMkLst>
        <pc:spChg chg="mod">
          <ac:chgData name="Anelis Gheorghias" userId="da2eb0ca52ad48a3" providerId="LiveId" clId="{B0B85945-5AD9-462C-B269-AD923495B2AB}" dt="2024-06-30T12:23:20.453" v="5015" actId="20577"/>
          <ac:spMkLst>
            <pc:docMk/>
            <pc:sldMk cId="2431340550" sldId="317"/>
            <ac:spMk id="9" creationId="{46C36B14-8E95-EC67-7E69-831F047DFB7C}"/>
          </ac:spMkLst>
        </pc:spChg>
        <pc:picChg chg="add mod">
          <ac:chgData name="Anelis Gheorghias" userId="da2eb0ca52ad48a3" providerId="LiveId" clId="{B0B85945-5AD9-462C-B269-AD923495B2AB}" dt="2024-06-27T11:41:20.054" v="2738" actId="1076"/>
          <ac:picMkLst>
            <pc:docMk/>
            <pc:sldMk cId="2431340550" sldId="317"/>
            <ac:picMk id="5" creationId="{F76D4D59-A2BB-CB31-0530-659C1C153870}"/>
          </ac:picMkLst>
        </pc:picChg>
        <pc:picChg chg="del">
          <ac:chgData name="Anelis Gheorghias" userId="da2eb0ca52ad48a3" providerId="LiveId" clId="{B0B85945-5AD9-462C-B269-AD923495B2AB}" dt="2024-06-27T11:41:13.628" v="2737" actId="478"/>
          <ac:picMkLst>
            <pc:docMk/>
            <pc:sldMk cId="2431340550" sldId="317"/>
            <ac:picMk id="7" creationId="{902C73CF-C51E-8FC5-06C5-7FF2632F92CD}"/>
          </ac:picMkLst>
        </pc:picChg>
      </pc:sldChg>
      <pc:sldChg chg="addSp delSp modSp add mod">
        <pc:chgData name="Anelis Gheorghias" userId="da2eb0ca52ad48a3" providerId="LiveId" clId="{B0B85945-5AD9-462C-B269-AD923495B2AB}" dt="2024-06-30T12:23:29.932" v="5016" actId="20577"/>
        <pc:sldMkLst>
          <pc:docMk/>
          <pc:sldMk cId="284443439" sldId="318"/>
        </pc:sldMkLst>
        <pc:spChg chg="mod">
          <ac:chgData name="Anelis Gheorghias" userId="da2eb0ca52ad48a3" providerId="LiveId" clId="{B0B85945-5AD9-462C-B269-AD923495B2AB}" dt="2024-06-30T12:23:29.932" v="5016" actId="20577"/>
          <ac:spMkLst>
            <pc:docMk/>
            <pc:sldMk cId="284443439" sldId="318"/>
            <ac:spMk id="9" creationId="{46C36B14-8E95-EC67-7E69-831F047DFB7C}"/>
          </ac:spMkLst>
        </pc:spChg>
        <pc:picChg chg="del mod">
          <ac:chgData name="Anelis Gheorghias" userId="da2eb0ca52ad48a3" providerId="LiveId" clId="{B0B85945-5AD9-462C-B269-AD923495B2AB}" dt="2024-06-27T11:43:53.318" v="2834" actId="478"/>
          <ac:picMkLst>
            <pc:docMk/>
            <pc:sldMk cId="284443439" sldId="318"/>
            <ac:picMk id="5" creationId="{F76D4D59-A2BB-CB31-0530-659C1C153870}"/>
          </ac:picMkLst>
        </pc:picChg>
        <pc:picChg chg="add mod">
          <ac:chgData name="Anelis Gheorghias" userId="da2eb0ca52ad48a3" providerId="LiveId" clId="{B0B85945-5AD9-462C-B269-AD923495B2AB}" dt="2024-06-27T11:43:56.601" v="2835" actId="1076"/>
          <ac:picMkLst>
            <pc:docMk/>
            <pc:sldMk cId="284443439" sldId="318"/>
            <ac:picMk id="6" creationId="{360BC263-6C1A-B2C2-EA75-B8902D77AF3D}"/>
          </ac:picMkLst>
        </pc:picChg>
      </pc:sldChg>
      <pc:sldChg chg="addSp delSp modSp add mod">
        <pc:chgData name="Anelis Gheorghias" userId="da2eb0ca52ad48a3" providerId="LiveId" clId="{B0B85945-5AD9-462C-B269-AD923495B2AB}" dt="2024-07-18T15:49:48.356" v="7550" actId="20577"/>
        <pc:sldMkLst>
          <pc:docMk/>
          <pc:sldMk cId="2485452157" sldId="319"/>
        </pc:sldMkLst>
        <pc:spChg chg="add mod">
          <ac:chgData name="Anelis Gheorghias" userId="da2eb0ca52ad48a3" providerId="LiveId" clId="{B0B85945-5AD9-462C-B269-AD923495B2AB}" dt="2024-07-18T14:29:42.333" v="6854" actId="1037"/>
          <ac:spMkLst>
            <pc:docMk/>
            <pc:sldMk cId="2485452157" sldId="319"/>
            <ac:spMk id="7" creationId="{F8D452A2-308E-BFA9-B433-11DFEBF284DE}"/>
          </ac:spMkLst>
        </pc:spChg>
        <pc:spChg chg="mod">
          <ac:chgData name="Anelis Gheorghias" userId="da2eb0ca52ad48a3" providerId="LiveId" clId="{B0B85945-5AD9-462C-B269-AD923495B2AB}" dt="2024-06-30T12:23:33.957" v="5017" actId="20577"/>
          <ac:spMkLst>
            <pc:docMk/>
            <pc:sldMk cId="2485452157" sldId="319"/>
            <ac:spMk id="9" creationId="{46C36B14-8E95-EC67-7E69-831F047DFB7C}"/>
          </ac:spMkLst>
        </pc:spChg>
        <pc:spChg chg="add mod">
          <ac:chgData name="Anelis Gheorghias" userId="da2eb0ca52ad48a3" providerId="LiveId" clId="{B0B85945-5AD9-462C-B269-AD923495B2AB}" dt="2024-07-18T15:49:48.356" v="7550" actId="20577"/>
          <ac:spMkLst>
            <pc:docMk/>
            <pc:sldMk cId="2485452157" sldId="319"/>
            <ac:spMk id="10" creationId="{29B1F359-A29E-A80F-A0CE-7616FA8B7354}"/>
          </ac:spMkLst>
        </pc:spChg>
        <pc:picChg chg="add mod">
          <ac:chgData name="Anelis Gheorghias" userId="da2eb0ca52ad48a3" providerId="LiveId" clId="{B0B85945-5AD9-462C-B269-AD923495B2AB}" dt="2024-07-18T14:30:13.458" v="6864" actId="14100"/>
          <ac:picMkLst>
            <pc:docMk/>
            <pc:sldMk cId="2485452157" sldId="319"/>
            <ac:picMk id="4" creationId="{1D83733C-91D0-CD3D-4937-1CF2177FB6B0}"/>
          </ac:picMkLst>
        </pc:picChg>
        <pc:picChg chg="del">
          <ac:chgData name="Anelis Gheorghias" userId="da2eb0ca52ad48a3" providerId="LiveId" clId="{B0B85945-5AD9-462C-B269-AD923495B2AB}" dt="2024-06-27T11:51:58.620" v="3078" actId="478"/>
          <ac:picMkLst>
            <pc:docMk/>
            <pc:sldMk cId="2485452157" sldId="319"/>
            <ac:picMk id="6" creationId="{360BC263-6C1A-B2C2-EA75-B8902D77AF3D}"/>
          </ac:picMkLst>
        </pc:picChg>
        <pc:picChg chg="add mod">
          <ac:chgData name="Anelis Gheorghias" userId="da2eb0ca52ad48a3" providerId="LiveId" clId="{B0B85945-5AD9-462C-B269-AD923495B2AB}" dt="2024-07-18T14:29:42.333" v="6854" actId="1037"/>
          <ac:picMkLst>
            <pc:docMk/>
            <pc:sldMk cId="2485452157" sldId="319"/>
            <ac:picMk id="6" creationId="{C67F0808-48E8-E3EC-E486-781844E650AB}"/>
          </ac:picMkLst>
        </pc:picChg>
        <pc:cxnChg chg="add mod">
          <ac:chgData name="Anelis Gheorghias" userId="da2eb0ca52ad48a3" providerId="LiveId" clId="{B0B85945-5AD9-462C-B269-AD923495B2AB}" dt="2024-07-18T14:29:42.333" v="6854" actId="1037"/>
          <ac:cxnSpMkLst>
            <pc:docMk/>
            <pc:sldMk cId="2485452157" sldId="319"/>
            <ac:cxnSpMk id="8" creationId="{DF1FA6F5-AC85-AACA-2C5F-57D8CFDA9101}"/>
          </ac:cxnSpMkLst>
        </pc:cxnChg>
      </pc:sldChg>
      <pc:sldChg chg="addSp delSp modSp add del mod">
        <pc:chgData name="Anelis Gheorghias" userId="da2eb0ca52ad48a3" providerId="LiveId" clId="{B0B85945-5AD9-462C-B269-AD923495B2AB}" dt="2024-06-27T14:48:39.742" v="4479" actId="47"/>
        <pc:sldMkLst>
          <pc:docMk/>
          <pc:sldMk cId="2285411601" sldId="320"/>
        </pc:sldMkLst>
        <pc:spChg chg="del mod">
          <ac:chgData name="Anelis Gheorghias" userId="da2eb0ca52ad48a3" providerId="LiveId" clId="{B0B85945-5AD9-462C-B269-AD923495B2AB}" dt="2024-06-27T11:52:50.178" v="3085" actId="478"/>
          <ac:spMkLst>
            <pc:docMk/>
            <pc:sldMk cId="2285411601" sldId="320"/>
            <ac:spMk id="9" creationId="{46C36B14-8E95-EC67-7E69-831F047DFB7C}"/>
          </ac:spMkLst>
        </pc:spChg>
        <pc:picChg chg="del">
          <ac:chgData name="Anelis Gheorghias" userId="da2eb0ca52ad48a3" providerId="LiveId" clId="{B0B85945-5AD9-462C-B269-AD923495B2AB}" dt="2024-06-27T11:52:52.004" v="3086" actId="478"/>
          <ac:picMkLst>
            <pc:docMk/>
            <pc:sldMk cId="2285411601" sldId="320"/>
            <ac:picMk id="4" creationId="{1D83733C-91D0-CD3D-4937-1CF2177FB6B0}"/>
          </ac:picMkLst>
        </pc:picChg>
        <pc:picChg chg="add mod">
          <ac:chgData name="Anelis Gheorghias" userId="da2eb0ca52ad48a3" providerId="LiveId" clId="{B0B85945-5AD9-462C-B269-AD923495B2AB}" dt="2024-06-27T11:53:15.191" v="3090" actId="1076"/>
          <ac:picMkLst>
            <pc:docMk/>
            <pc:sldMk cId="2285411601" sldId="320"/>
            <ac:picMk id="5" creationId="{79D27319-B435-588C-07D5-1828227BCB17}"/>
          </ac:picMkLst>
        </pc:picChg>
      </pc:sldChg>
      <pc:sldChg chg="addSp delSp modSp add mod ord">
        <pc:chgData name="Anelis Gheorghias" userId="da2eb0ca52ad48a3" providerId="LiveId" clId="{B0B85945-5AD9-462C-B269-AD923495B2AB}" dt="2024-07-18T14:36:12.662" v="6918" actId="20577"/>
        <pc:sldMkLst>
          <pc:docMk/>
          <pc:sldMk cId="739632032" sldId="321"/>
        </pc:sldMkLst>
        <pc:spChg chg="mod">
          <ac:chgData name="Anelis Gheorghias" userId="da2eb0ca52ad48a3" providerId="LiveId" clId="{B0B85945-5AD9-462C-B269-AD923495B2AB}" dt="2024-06-27T11:54:13.943" v="3112" actId="20577"/>
          <ac:spMkLst>
            <pc:docMk/>
            <pc:sldMk cId="739632032" sldId="321"/>
            <ac:spMk id="3" creationId="{D2720AD4-9177-A8FC-6276-425D8DA7DFE1}"/>
          </ac:spMkLst>
        </pc:spChg>
        <pc:spChg chg="mod">
          <ac:chgData name="Anelis Gheorghias" userId="da2eb0ca52ad48a3" providerId="LiveId" clId="{B0B85945-5AD9-462C-B269-AD923495B2AB}" dt="2024-07-18T14:36:12.662" v="6918" actId="20577"/>
          <ac:spMkLst>
            <pc:docMk/>
            <pc:sldMk cId="739632032" sldId="321"/>
            <ac:spMk id="9" creationId="{46C36B14-8E95-EC67-7E69-831F047DFB7C}"/>
          </ac:spMkLst>
        </pc:spChg>
        <pc:picChg chg="add mod">
          <ac:chgData name="Anelis Gheorghias" userId="da2eb0ca52ad48a3" providerId="LiveId" clId="{B0B85945-5AD9-462C-B269-AD923495B2AB}" dt="2024-06-27T14:50:43.781" v="4521" actId="1076"/>
          <ac:picMkLst>
            <pc:docMk/>
            <pc:sldMk cId="739632032" sldId="321"/>
            <ac:picMk id="4" creationId="{C3884EED-CA80-67CA-A728-032A8CAD1FEF}"/>
          </ac:picMkLst>
        </pc:picChg>
        <pc:picChg chg="add mod">
          <ac:chgData name="Anelis Gheorghias" userId="da2eb0ca52ad48a3" providerId="LiveId" clId="{B0B85945-5AD9-462C-B269-AD923495B2AB}" dt="2024-06-27T14:50:59.102" v="4524" actId="1076"/>
          <ac:picMkLst>
            <pc:docMk/>
            <pc:sldMk cId="739632032" sldId="321"/>
            <ac:picMk id="5" creationId="{14FAA1C2-421C-0994-69F4-EDF6B992DE7F}"/>
          </ac:picMkLst>
        </pc:picChg>
        <pc:picChg chg="del">
          <ac:chgData name="Anelis Gheorghias" userId="da2eb0ca52ad48a3" providerId="LiveId" clId="{B0B85945-5AD9-462C-B269-AD923495B2AB}" dt="2024-06-27T11:55:16.809" v="3121" actId="478"/>
          <ac:picMkLst>
            <pc:docMk/>
            <pc:sldMk cId="739632032" sldId="321"/>
            <ac:picMk id="6" creationId="{9E7E8B05-7CA7-8C55-3EE1-4AC57A776C30}"/>
          </ac:picMkLst>
        </pc:picChg>
        <pc:picChg chg="add mod">
          <ac:chgData name="Anelis Gheorghias" userId="da2eb0ca52ad48a3" providerId="LiveId" clId="{B0B85945-5AD9-462C-B269-AD923495B2AB}" dt="2024-06-27T14:51:18.181" v="4529" actId="1076"/>
          <ac:picMkLst>
            <pc:docMk/>
            <pc:sldMk cId="739632032" sldId="321"/>
            <ac:picMk id="7" creationId="{EA4947C2-3838-E859-683E-3357762C291D}"/>
          </ac:picMkLst>
        </pc:picChg>
      </pc:sldChg>
      <pc:sldChg chg="addSp delSp modSp add del mod">
        <pc:chgData name="Anelis Gheorghias" userId="da2eb0ca52ad48a3" providerId="LiveId" clId="{B0B85945-5AD9-462C-B269-AD923495B2AB}" dt="2024-06-27T14:51:25.665" v="4533" actId="47"/>
        <pc:sldMkLst>
          <pc:docMk/>
          <pc:sldMk cId="1837883032" sldId="322"/>
        </pc:sldMkLst>
        <pc:spChg chg="mod">
          <ac:chgData name="Anelis Gheorghias" userId="da2eb0ca52ad48a3" providerId="LiveId" clId="{B0B85945-5AD9-462C-B269-AD923495B2AB}" dt="2024-06-27T11:56:08.272" v="3160" actId="20577"/>
          <ac:spMkLst>
            <pc:docMk/>
            <pc:sldMk cId="1837883032" sldId="322"/>
            <ac:spMk id="9" creationId="{46C36B14-8E95-EC67-7E69-831F047DFB7C}"/>
          </ac:spMkLst>
        </pc:spChg>
        <pc:picChg chg="del">
          <ac:chgData name="Anelis Gheorghias" userId="da2eb0ca52ad48a3" providerId="LiveId" clId="{B0B85945-5AD9-462C-B269-AD923495B2AB}" dt="2024-06-27T11:56:03.651" v="3156" actId="478"/>
          <ac:picMkLst>
            <pc:docMk/>
            <pc:sldMk cId="1837883032" sldId="322"/>
            <ac:picMk id="4" creationId="{C3884EED-CA80-67CA-A728-032A8CAD1FEF}"/>
          </ac:picMkLst>
        </pc:picChg>
        <pc:picChg chg="add mod">
          <ac:chgData name="Anelis Gheorghias" userId="da2eb0ca52ad48a3" providerId="LiveId" clId="{B0B85945-5AD9-462C-B269-AD923495B2AB}" dt="2024-06-27T11:56:24.263" v="3165" actId="1076"/>
          <ac:picMkLst>
            <pc:docMk/>
            <pc:sldMk cId="1837883032" sldId="322"/>
            <ac:picMk id="5" creationId="{08BC35A6-45D9-BAC6-A099-868DE1C7836E}"/>
          </ac:picMkLst>
        </pc:picChg>
      </pc:sldChg>
      <pc:sldChg chg="addSp delSp modSp add del mod">
        <pc:chgData name="Anelis Gheorghias" userId="da2eb0ca52ad48a3" providerId="LiveId" clId="{B0B85945-5AD9-462C-B269-AD923495B2AB}" dt="2024-06-27T14:51:26.766" v="4534" actId="47"/>
        <pc:sldMkLst>
          <pc:docMk/>
          <pc:sldMk cId="2416374192" sldId="323"/>
        </pc:sldMkLst>
        <pc:spChg chg="mod">
          <ac:chgData name="Anelis Gheorghias" userId="da2eb0ca52ad48a3" providerId="LiveId" clId="{B0B85945-5AD9-462C-B269-AD923495B2AB}" dt="2024-06-27T11:58:16.273" v="3194" actId="20577"/>
          <ac:spMkLst>
            <pc:docMk/>
            <pc:sldMk cId="2416374192" sldId="323"/>
            <ac:spMk id="9" creationId="{46C36B14-8E95-EC67-7E69-831F047DFB7C}"/>
          </ac:spMkLst>
        </pc:spChg>
        <pc:picChg chg="add mod">
          <ac:chgData name="Anelis Gheorghias" userId="da2eb0ca52ad48a3" providerId="LiveId" clId="{B0B85945-5AD9-462C-B269-AD923495B2AB}" dt="2024-06-27T11:57:24.676" v="3192" actId="1076"/>
          <ac:picMkLst>
            <pc:docMk/>
            <pc:sldMk cId="2416374192" sldId="323"/>
            <ac:picMk id="4" creationId="{0B96A49E-5A7E-E848-B1FB-016B934D2C51}"/>
          </ac:picMkLst>
        </pc:picChg>
        <pc:picChg chg="del">
          <ac:chgData name="Anelis Gheorghias" userId="da2eb0ca52ad48a3" providerId="LiveId" clId="{B0B85945-5AD9-462C-B269-AD923495B2AB}" dt="2024-06-27T11:57:11.457" v="3188" actId="478"/>
          <ac:picMkLst>
            <pc:docMk/>
            <pc:sldMk cId="2416374192" sldId="323"/>
            <ac:picMk id="5" creationId="{08BC35A6-45D9-BAC6-A099-868DE1C7836E}"/>
          </ac:picMkLst>
        </pc:picChg>
      </pc:sldChg>
      <pc:sldChg chg="addSp delSp modSp add del mod ord">
        <pc:chgData name="Anelis Gheorghias" userId="da2eb0ca52ad48a3" providerId="LiveId" clId="{B0B85945-5AD9-462C-B269-AD923495B2AB}" dt="2024-06-30T09:56:22.941" v="4986"/>
        <pc:sldMkLst>
          <pc:docMk/>
          <pc:sldMk cId="3835260725" sldId="324"/>
        </pc:sldMkLst>
        <pc:spChg chg="mod">
          <ac:chgData name="Anelis Gheorghias" userId="da2eb0ca52ad48a3" providerId="LiveId" clId="{B0B85945-5AD9-462C-B269-AD923495B2AB}" dt="2024-06-27T11:58:42.657" v="3205" actId="20577"/>
          <ac:spMkLst>
            <pc:docMk/>
            <pc:sldMk cId="3835260725" sldId="324"/>
            <ac:spMk id="3" creationId="{D2720AD4-9177-A8FC-6276-425D8DA7DFE1}"/>
          </ac:spMkLst>
        </pc:spChg>
        <pc:spChg chg="mod">
          <ac:chgData name="Anelis Gheorghias" userId="da2eb0ca52ad48a3" providerId="LiveId" clId="{B0B85945-5AD9-462C-B269-AD923495B2AB}" dt="2024-06-27T14:55:32.843" v="4563" actId="122"/>
          <ac:spMkLst>
            <pc:docMk/>
            <pc:sldMk cId="3835260725" sldId="324"/>
            <ac:spMk id="9" creationId="{46C36B14-8E95-EC67-7E69-831F047DFB7C}"/>
          </ac:spMkLst>
        </pc:spChg>
        <pc:spChg chg="add mod">
          <ac:chgData name="Anelis Gheorghias" userId="da2eb0ca52ad48a3" providerId="LiveId" clId="{B0B85945-5AD9-462C-B269-AD923495B2AB}" dt="2024-06-27T14:55:31.033" v="4562" actId="122"/>
          <ac:spMkLst>
            <pc:docMk/>
            <pc:sldMk cId="3835260725" sldId="324"/>
            <ac:spMk id="11" creationId="{4D44E80A-ED03-F1BA-1DB0-F03FEDECBCCD}"/>
          </ac:spMkLst>
        </pc:spChg>
        <pc:picChg chg="del">
          <ac:chgData name="Anelis Gheorghias" userId="da2eb0ca52ad48a3" providerId="LiveId" clId="{B0B85945-5AD9-462C-B269-AD923495B2AB}" dt="2024-06-27T11:59:38.523" v="3220" actId="478"/>
          <ac:picMkLst>
            <pc:docMk/>
            <pc:sldMk cId="3835260725" sldId="324"/>
            <ac:picMk id="4" creationId="{0B96A49E-5A7E-E848-B1FB-016B934D2C51}"/>
          </ac:picMkLst>
        </pc:picChg>
        <pc:picChg chg="add del mod">
          <ac:chgData name="Anelis Gheorghias" userId="da2eb0ca52ad48a3" providerId="LiveId" clId="{B0B85945-5AD9-462C-B269-AD923495B2AB}" dt="2024-06-27T14:54:22.091" v="4537" actId="478"/>
          <ac:picMkLst>
            <pc:docMk/>
            <pc:sldMk cId="3835260725" sldId="324"/>
            <ac:picMk id="5" creationId="{D9936C76-513E-5F53-5E8A-ACC8586D951F}"/>
          </ac:picMkLst>
        </pc:picChg>
        <pc:picChg chg="add mod">
          <ac:chgData name="Anelis Gheorghias" userId="da2eb0ca52ad48a3" providerId="LiveId" clId="{B0B85945-5AD9-462C-B269-AD923495B2AB}" dt="2024-06-27T14:54:51.360" v="4545" actId="1076"/>
          <ac:picMkLst>
            <pc:docMk/>
            <pc:sldMk cId="3835260725" sldId="324"/>
            <ac:picMk id="7" creationId="{0F39224A-8440-80C3-D8DF-1B278B4D0694}"/>
          </ac:picMkLst>
        </pc:picChg>
        <pc:picChg chg="add mod">
          <ac:chgData name="Anelis Gheorghias" userId="da2eb0ca52ad48a3" providerId="LiveId" clId="{B0B85945-5AD9-462C-B269-AD923495B2AB}" dt="2024-06-27T14:54:42.335" v="4543" actId="1076"/>
          <ac:picMkLst>
            <pc:docMk/>
            <pc:sldMk cId="3835260725" sldId="324"/>
            <ac:picMk id="10" creationId="{814DE501-5876-F135-8309-9AC9D0ABBC1C}"/>
          </ac:picMkLst>
        </pc:picChg>
      </pc:sldChg>
      <pc:sldChg chg="addSp delSp modSp add del mod">
        <pc:chgData name="Anelis Gheorghias" userId="da2eb0ca52ad48a3" providerId="LiveId" clId="{B0B85945-5AD9-462C-B269-AD923495B2AB}" dt="2024-06-27T14:55:40.931" v="4564" actId="47"/>
        <pc:sldMkLst>
          <pc:docMk/>
          <pc:sldMk cId="36852954" sldId="325"/>
        </pc:sldMkLst>
        <pc:spChg chg="mod">
          <ac:chgData name="Anelis Gheorghias" userId="da2eb0ca52ad48a3" providerId="LiveId" clId="{B0B85945-5AD9-462C-B269-AD923495B2AB}" dt="2024-06-27T12:00:48.800" v="3233" actId="20577"/>
          <ac:spMkLst>
            <pc:docMk/>
            <pc:sldMk cId="36852954" sldId="325"/>
            <ac:spMk id="9" creationId="{46C36B14-8E95-EC67-7E69-831F047DFB7C}"/>
          </ac:spMkLst>
        </pc:spChg>
        <pc:picChg chg="add mod">
          <ac:chgData name="Anelis Gheorghias" userId="da2eb0ca52ad48a3" providerId="LiveId" clId="{B0B85945-5AD9-462C-B269-AD923495B2AB}" dt="2024-06-27T12:01:08.757" v="3237" actId="1076"/>
          <ac:picMkLst>
            <pc:docMk/>
            <pc:sldMk cId="36852954" sldId="325"/>
            <ac:picMk id="4" creationId="{0FDE3F62-EEEA-F322-F574-E3CBB83404C5}"/>
          </ac:picMkLst>
        </pc:picChg>
        <pc:picChg chg="del">
          <ac:chgData name="Anelis Gheorghias" userId="da2eb0ca52ad48a3" providerId="LiveId" clId="{B0B85945-5AD9-462C-B269-AD923495B2AB}" dt="2024-06-27T12:00:52.403" v="3234" actId="478"/>
          <ac:picMkLst>
            <pc:docMk/>
            <pc:sldMk cId="36852954" sldId="325"/>
            <ac:picMk id="5" creationId="{D9936C76-513E-5F53-5E8A-ACC8586D951F}"/>
          </ac:picMkLst>
        </pc:picChg>
      </pc:sldChg>
      <pc:sldChg chg="addSp delSp modSp add del mod">
        <pc:chgData name="Anelis Gheorghias" userId="da2eb0ca52ad48a3" providerId="LiveId" clId="{B0B85945-5AD9-462C-B269-AD923495B2AB}" dt="2024-06-30T12:23:50.846" v="5019" actId="20577"/>
        <pc:sldMkLst>
          <pc:docMk/>
          <pc:sldMk cId="1681702468" sldId="326"/>
        </pc:sldMkLst>
        <pc:spChg chg="mod">
          <ac:chgData name="Anelis Gheorghias" userId="da2eb0ca52ad48a3" providerId="LiveId" clId="{B0B85945-5AD9-462C-B269-AD923495B2AB}" dt="2024-06-27T12:01:27.352" v="3249" actId="20577"/>
          <ac:spMkLst>
            <pc:docMk/>
            <pc:sldMk cId="1681702468" sldId="326"/>
            <ac:spMk id="3" creationId="{D2720AD4-9177-A8FC-6276-425D8DA7DFE1}"/>
          </ac:spMkLst>
        </pc:spChg>
        <pc:spChg chg="mod">
          <ac:chgData name="Anelis Gheorghias" userId="da2eb0ca52ad48a3" providerId="LiveId" clId="{B0B85945-5AD9-462C-B269-AD923495B2AB}" dt="2024-06-30T12:23:50.846" v="5019" actId="20577"/>
          <ac:spMkLst>
            <pc:docMk/>
            <pc:sldMk cId="1681702468" sldId="326"/>
            <ac:spMk id="9" creationId="{46C36B14-8E95-EC67-7E69-831F047DFB7C}"/>
          </ac:spMkLst>
        </pc:spChg>
        <pc:picChg chg="del">
          <ac:chgData name="Anelis Gheorghias" userId="da2eb0ca52ad48a3" providerId="LiveId" clId="{B0B85945-5AD9-462C-B269-AD923495B2AB}" dt="2024-06-27T12:03:04.617" v="3329" actId="478"/>
          <ac:picMkLst>
            <pc:docMk/>
            <pc:sldMk cId="1681702468" sldId="326"/>
            <ac:picMk id="4" creationId="{0FDE3F62-EEEA-F322-F574-E3CBB83404C5}"/>
          </ac:picMkLst>
        </pc:picChg>
        <pc:picChg chg="add mod modCrop">
          <ac:chgData name="Anelis Gheorghias" userId="da2eb0ca52ad48a3" providerId="LiveId" clId="{B0B85945-5AD9-462C-B269-AD923495B2AB}" dt="2024-06-27T12:03:36.826" v="3336" actId="1076"/>
          <ac:picMkLst>
            <pc:docMk/>
            <pc:sldMk cId="1681702468" sldId="326"/>
            <ac:picMk id="6" creationId="{443199D9-AB5F-A1BB-3DBE-04F6A8553491}"/>
          </ac:picMkLst>
        </pc:picChg>
      </pc:sldChg>
      <pc:sldChg chg="addSp delSp modSp add del mod modClrScheme chgLayout">
        <pc:chgData name="Anelis Gheorghias" userId="da2eb0ca52ad48a3" providerId="LiveId" clId="{B0B85945-5AD9-462C-B269-AD923495B2AB}" dt="2024-06-27T15:15:23.735" v="4683" actId="2710"/>
        <pc:sldMkLst>
          <pc:docMk/>
          <pc:sldMk cId="348420175" sldId="327"/>
        </pc:sldMkLst>
        <pc:spChg chg="mod ord">
          <ac:chgData name="Anelis Gheorghias" userId="da2eb0ca52ad48a3" providerId="LiveId" clId="{B0B85945-5AD9-462C-B269-AD923495B2AB}" dt="2024-06-27T12:42:54.726" v="3614" actId="700"/>
          <ac:spMkLst>
            <pc:docMk/>
            <pc:sldMk cId="348420175" sldId="327"/>
            <ac:spMk id="2" creationId="{61AC2198-D7B0-DEF9-9B95-E7F45AB7B0DC}"/>
          </ac:spMkLst>
        </pc:spChg>
        <pc:spChg chg="mod ord">
          <ac:chgData name="Anelis Gheorghias" userId="da2eb0ca52ad48a3" providerId="LiveId" clId="{B0B85945-5AD9-462C-B269-AD923495B2AB}" dt="2024-06-27T12:42:54.726" v="3614" actId="700"/>
          <ac:spMkLst>
            <pc:docMk/>
            <pc:sldMk cId="348420175" sldId="327"/>
            <ac:spMk id="3" creationId="{D2720AD4-9177-A8FC-6276-425D8DA7DFE1}"/>
          </ac:spMkLst>
        </pc:spChg>
        <pc:spChg chg="add del mod ord">
          <ac:chgData name="Anelis Gheorghias" userId="da2eb0ca52ad48a3" providerId="LiveId" clId="{B0B85945-5AD9-462C-B269-AD923495B2AB}" dt="2024-06-27T12:42:54.726" v="3614" actId="700"/>
          <ac:spMkLst>
            <pc:docMk/>
            <pc:sldMk cId="348420175" sldId="327"/>
            <ac:spMk id="4" creationId="{C7AA9422-D5F6-E95C-4255-1E7E6FF4D3DA}"/>
          </ac:spMkLst>
        </pc:spChg>
        <pc:spChg chg="add del mod">
          <ac:chgData name="Anelis Gheorghias" userId="da2eb0ca52ad48a3" providerId="LiveId" clId="{B0B85945-5AD9-462C-B269-AD923495B2AB}" dt="2024-06-27T12:50:07.810" v="3833" actId="478"/>
          <ac:spMkLst>
            <pc:docMk/>
            <pc:sldMk cId="348420175" sldId="327"/>
            <ac:spMk id="5" creationId="{8A2A9CE1-17A8-5E04-8126-D35FD649BBF3}"/>
          </ac:spMkLst>
        </pc:spChg>
        <pc:spChg chg="mod ord">
          <ac:chgData name="Anelis Gheorghias" userId="da2eb0ca52ad48a3" providerId="LiveId" clId="{B0B85945-5AD9-462C-B269-AD923495B2AB}" dt="2024-06-27T15:15:23.735" v="4683" actId="2710"/>
          <ac:spMkLst>
            <pc:docMk/>
            <pc:sldMk cId="348420175" sldId="327"/>
            <ac:spMk id="9" creationId="{46C36B14-8E95-EC67-7E69-831F047DFB7C}"/>
          </ac:spMkLst>
        </pc:spChg>
        <pc:graphicFrameChg chg="add del mod modGraphic">
          <ac:chgData name="Anelis Gheorghias" userId="da2eb0ca52ad48a3" providerId="LiveId" clId="{B0B85945-5AD9-462C-B269-AD923495B2AB}" dt="2024-06-27T12:47:40.863" v="3764" actId="478"/>
          <ac:graphicFrameMkLst>
            <pc:docMk/>
            <pc:sldMk cId="348420175" sldId="327"/>
            <ac:graphicFrameMk id="7" creationId="{27E1EAA2-9E75-51F1-99DD-BF6A4E758B91}"/>
          </ac:graphicFrameMkLst>
        </pc:graphicFrameChg>
        <pc:graphicFrameChg chg="add mod modGraphic">
          <ac:chgData name="Anelis Gheorghias" userId="da2eb0ca52ad48a3" providerId="LiveId" clId="{B0B85945-5AD9-462C-B269-AD923495B2AB}" dt="2024-06-27T12:51:42.422" v="3848" actId="1076"/>
          <ac:graphicFrameMkLst>
            <pc:docMk/>
            <pc:sldMk cId="348420175" sldId="327"/>
            <ac:graphicFrameMk id="8" creationId="{570B0FEC-0C6D-67DB-A651-88CAE6C98CF3}"/>
          </ac:graphicFrameMkLst>
        </pc:graphicFrameChg>
        <pc:picChg chg="del">
          <ac:chgData name="Anelis Gheorghias" userId="da2eb0ca52ad48a3" providerId="LiveId" clId="{B0B85945-5AD9-462C-B269-AD923495B2AB}" dt="2024-06-27T12:38:45.344" v="3358" actId="478"/>
          <ac:picMkLst>
            <pc:docMk/>
            <pc:sldMk cId="348420175" sldId="327"/>
            <ac:picMk id="6" creationId="{443199D9-AB5F-A1BB-3DBE-04F6A8553491}"/>
          </ac:picMkLst>
        </pc:picChg>
      </pc:sldChg>
      <pc:sldChg chg="modSp add mod ord">
        <pc:chgData name="Anelis Gheorghias" userId="da2eb0ca52ad48a3" providerId="LiveId" clId="{B0B85945-5AD9-462C-B269-AD923495B2AB}" dt="2024-06-27T12:58:00.041" v="4048" actId="20577"/>
        <pc:sldMkLst>
          <pc:docMk/>
          <pc:sldMk cId="2008363349" sldId="328"/>
        </pc:sldMkLst>
        <pc:spChg chg="mod">
          <ac:chgData name="Anelis Gheorghias" userId="da2eb0ca52ad48a3" providerId="LiveId" clId="{B0B85945-5AD9-462C-B269-AD923495B2AB}" dt="2024-06-27T12:54:02.758" v="3907" actId="20577"/>
          <ac:spMkLst>
            <pc:docMk/>
            <pc:sldMk cId="2008363349" sldId="328"/>
            <ac:spMk id="329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7T12:58:00.041" v="4048" actId="20577"/>
          <ac:spMkLst>
            <pc:docMk/>
            <pc:sldMk cId="2008363349" sldId="328"/>
            <ac:spMk id="331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7T12:54:42.365" v="3999" actId="1038"/>
          <ac:spMkLst>
            <pc:docMk/>
            <pc:sldMk cId="2008363349" sldId="328"/>
            <ac:spMk id="335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7T12:54:48.595" v="4039" actId="1037"/>
          <ac:spMkLst>
            <pc:docMk/>
            <pc:sldMk cId="2008363349" sldId="328"/>
            <ac:spMk id="336" creationId="{00000000-0000-0000-0000-000000000000}"/>
          </ac:spMkLst>
        </pc:spChg>
      </pc:sldChg>
      <pc:sldChg chg="modSp add mod">
        <pc:chgData name="Anelis Gheorghias" userId="da2eb0ca52ad48a3" providerId="LiveId" clId="{B0B85945-5AD9-462C-B269-AD923495B2AB}" dt="2024-06-27T12:58:11.156" v="4065" actId="20577"/>
        <pc:sldMkLst>
          <pc:docMk/>
          <pc:sldMk cId="2320539139" sldId="329"/>
        </pc:sldMkLst>
        <pc:spChg chg="mod">
          <ac:chgData name="Anelis Gheorghias" userId="da2eb0ca52ad48a3" providerId="LiveId" clId="{B0B85945-5AD9-462C-B269-AD923495B2AB}" dt="2024-06-27T12:58:11.156" v="4065" actId="20577"/>
          <ac:spMkLst>
            <pc:docMk/>
            <pc:sldMk cId="2320539139" sldId="329"/>
            <ac:spMk id="329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7T12:57:56.852" v="4046" actId="20577"/>
          <ac:spMkLst>
            <pc:docMk/>
            <pc:sldMk cId="2320539139" sldId="329"/>
            <ac:spMk id="331" creationId="{00000000-0000-0000-0000-000000000000}"/>
          </ac:spMkLst>
        </pc:spChg>
      </pc:sldChg>
      <pc:sldChg chg="new del">
        <pc:chgData name="Anelis Gheorghias" userId="da2eb0ca52ad48a3" providerId="LiveId" clId="{B0B85945-5AD9-462C-B269-AD923495B2AB}" dt="2024-06-27T12:57:45.593" v="4043" actId="680"/>
        <pc:sldMkLst>
          <pc:docMk/>
          <pc:sldMk cId="2381249016" sldId="329"/>
        </pc:sldMkLst>
      </pc:sldChg>
      <pc:sldChg chg="addSp delSp modSp add mod ord">
        <pc:chgData name="Anelis Gheorghias" userId="da2eb0ca52ad48a3" providerId="LiveId" clId="{B0B85945-5AD9-462C-B269-AD923495B2AB}" dt="2024-07-19T05:36:44.469" v="7753" actId="20577"/>
        <pc:sldMkLst>
          <pc:docMk/>
          <pc:sldMk cId="2198611630" sldId="330"/>
        </pc:sldMkLst>
        <pc:spChg chg="mod">
          <ac:chgData name="Anelis Gheorghias" userId="da2eb0ca52ad48a3" providerId="LiveId" clId="{B0B85945-5AD9-462C-B269-AD923495B2AB}" dt="2024-06-27T12:58:25.289" v="4085" actId="20577"/>
          <ac:spMkLst>
            <pc:docMk/>
            <pc:sldMk cId="2198611630" sldId="330"/>
            <ac:spMk id="3" creationId="{D2720AD4-9177-A8FC-6276-425D8DA7DFE1}"/>
          </ac:spMkLst>
        </pc:spChg>
        <pc:spChg chg="add mod">
          <ac:chgData name="Anelis Gheorghias" userId="da2eb0ca52ad48a3" providerId="LiveId" clId="{B0B85945-5AD9-462C-B269-AD923495B2AB}" dt="2024-07-19T05:36:44.469" v="7753" actId="20577"/>
          <ac:spMkLst>
            <pc:docMk/>
            <pc:sldMk cId="2198611630" sldId="330"/>
            <ac:spMk id="4" creationId="{DD614BDC-DE3F-1625-8C66-EE39D183BCAF}"/>
          </ac:spMkLst>
        </pc:spChg>
        <pc:spChg chg="add">
          <ac:chgData name="Anelis Gheorghias" userId="da2eb0ca52ad48a3" providerId="LiveId" clId="{B0B85945-5AD9-462C-B269-AD923495B2AB}" dt="2024-07-18T15:11:06.229" v="7419"/>
          <ac:spMkLst>
            <pc:docMk/>
            <pc:sldMk cId="2198611630" sldId="330"/>
            <ac:spMk id="7" creationId="{3F14A154-D5CA-E10F-9ED5-8A9EF0878AC0}"/>
          </ac:spMkLst>
        </pc:spChg>
        <pc:spChg chg="mod">
          <ac:chgData name="Anelis Gheorghias" userId="da2eb0ca52ad48a3" providerId="LiveId" clId="{B0B85945-5AD9-462C-B269-AD923495B2AB}" dt="2024-06-27T13:02:00.741" v="4232" actId="1076"/>
          <ac:spMkLst>
            <pc:docMk/>
            <pc:sldMk cId="2198611630" sldId="330"/>
            <ac:spMk id="9" creationId="{46C36B14-8E95-EC67-7E69-831F047DFB7C}"/>
          </ac:spMkLst>
        </pc:spChg>
        <pc:picChg chg="del">
          <ac:chgData name="Anelis Gheorghias" userId="da2eb0ca52ad48a3" providerId="LiveId" clId="{B0B85945-5AD9-462C-B269-AD923495B2AB}" dt="2024-06-27T12:59:39.153" v="4214" actId="478"/>
          <ac:picMkLst>
            <pc:docMk/>
            <pc:sldMk cId="2198611630" sldId="330"/>
            <ac:picMk id="4" creationId="{0FDE3F62-EEEA-F322-F574-E3CBB83404C5}"/>
          </ac:picMkLst>
        </pc:picChg>
        <pc:picChg chg="add mod">
          <ac:chgData name="Anelis Gheorghias" userId="da2eb0ca52ad48a3" providerId="LiveId" clId="{B0B85945-5AD9-462C-B269-AD923495B2AB}" dt="2024-07-18T15:11:58.926" v="7460" actId="1036"/>
          <ac:picMkLst>
            <pc:docMk/>
            <pc:sldMk cId="2198611630" sldId="330"/>
            <ac:picMk id="5" creationId="{1A0BE0EC-9E49-D3A9-D80D-95ABC1E94674}"/>
          </ac:picMkLst>
        </pc:picChg>
        <pc:picChg chg="add mod">
          <ac:chgData name="Anelis Gheorghias" userId="da2eb0ca52ad48a3" providerId="LiveId" clId="{B0B85945-5AD9-462C-B269-AD923495B2AB}" dt="2024-07-18T15:11:58.926" v="7460" actId="1036"/>
          <ac:picMkLst>
            <pc:docMk/>
            <pc:sldMk cId="2198611630" sldId="330"/>
            <ac:picMk id="6" creationId="{13F3A299-099E-A9A1-E59B-286EC6EE8C75}"/>
          </ac:picMkLst>
        </pc:picChg>
      </pc:sldChg>
      <pc:sldChg chg="addSp delSp modSp new mod">
        <pc:chgData name="Anelis Gheorghias" userId="da2eb0ca52ad48a3" providerId="LiveId" clId="{B0B85945-5AD9-462C-B269-AD923495B2AB}" dt="2024-06-27T15:00:12.351" v="4567" actId="478"/>
        <pc:sldMkLst>
          <pc:docMk/>
          <pc:sldMk cId="1063690040" sldId="331"/>
        </pc:sldMkLst>
        <pc:spChg chg="del">
          <ac:chgData name="Anelis Gheorghias" userId="da2eb0ca52ad48a3" providerId="LiveId" clId="{B0B85945-5AD9-462C-B269-AD923495B2AB}" dt="2024-06-27T13:03:52.693" v="4236" actId="478"/>
          <ac:spMkLst>
            <pc:docMk/>
            <pc:sldMk cId="1063690040" sldId="331"/>
            <ac:spMk id="2" creationId="{C977B82E-1032-2041-C231-286910CD520F}"/>
          </ac:spMkLst>
        </pc:spChg>
        <pc:spChg chg="del">
          <ac:chgData name="Anelis Gheorghias" userId="da2eb0ca52ad48a3" providerId="LiveId" clId="{B0B85945-5AD9-462C-B269-AD923495B2AB}" dt="2024-06-27T13:03:52.693" v="4236" actId="478"/>
          <ac:spMkLst>
            <pc:docMk/>
            <pc:sldMk cId="1063690040" sldId="331"/>
            <ac:spMk id="3" creationId="{55E8F0D5-31F1-EB65-05AF-71A608DDC761}"/>
          </ac:spMkLst>
        </pc:spChg>
        <pc:spChg chg="del">
          <ac:chgData name="Anelis Gheorghias" userId="da2eb0ca52ad48a3" providerId="LiveId" clId="{B0B85945-5AD9-462C-B269-AD923495B2AB}" dt="2024-06-27T13:03:52.693" v="4236" actId="478"/>
          <ac:spMkLst>
            <pc:docMk/>
            <pc:sldMk cId="1063690040" sldId="331"/>
            <ac:spMk id="4" creationId="{6FE3F23A-59CC-3C01-E3B3-2C36B7C5E7B4}"/>
          </ac:spMkLst>
        </pc:spChg>
        <pc:spChg chg="del mod">
          <ac:chgData name="Anelis Gheorghias" userId="da2eb0ca52ad48a3" providerId="LiveId" clId="{B0B85945-5AD9-462C-B269-AD923495B2AB}" dt="2024-06-27T13:20:13.687" v="4372" actId="478"/>
          <ac:spMkLst>
            <pc:docMk/>
            <pc:sldMk cId="1063690040" sldId="331"/>
            <ac:spMk id="5" creationId="{5C6075BF-BAF2-78C5-4E2C-A2FE551D9F67}"/>
          </ac:spMkLst>
        </pc:spChg>
        <pc:spChg chg="add mod ord">
          <ac:chgData name="Anelis Gheorghias" userId="da2eb0ca52ad48a3" providerId="LiveId" clId="{B0B85945-5AD9-462C-B269-AD923495B2AB}" dt="2024-06-27T13:06:19.529" v="4268" actId="166"/>
          <ac:spMkLst>
            <pc:docMk/>
            <pc:sldMk cId="1063690040" sldId="331"/>
            <ac:spMk id="6" creationId="{8E68A8B1-172B-E425-44ED-A8D7F055F8CA}"/>
          </ac:spMkLst>
        </pc:spChg>
        <pc:spChg chg="add del mod">
          <ac:chgData name="Anelis Gheorghias" userId="da2eb0ca52ad48a3" providerId="LiveId" clId="{B0B85945-5AD9-462C-B269-AD923495B2AB}" dt="2024-06-27T15:00:09.556" v="4565" actId="478"/>
          <ac:spMkLst>
            <pc:docMk/>
            <pc:sldMk cId="1063690040" sldId="331"/>
            <ac:spMk id="7" creationId="{E1B2E38B-562E-8220-0FC8-EF54B210EF4A}"/>
          </ac:spMkLst>
        </pc:spChg>
        <pc:spChg chg="add del mod">
          <ac:chgData name="Anelis Gheorghias" userId="da2eb0ca52ad48a3" providerId="LiveId" clId="{B0B85945-5AD9-462C-B269-AD923495B2AB}" dt="2024-06-27T13:04:00.666" v="4238" actId="478"/>
          <ac:spMkLst>
            <pc:docMk/>
            <pc:sldMk cId="1063690040" sldId="331"/>
            <ac:spMk id="8" creationId="{3419D92A-C7B7-74BC-9FD1-A31112D24D1E}"/>
          </ac:spMkLst>
        </pc:spChg>
        <pc:spChg chg="add mod">
          <ac:chgData name="Anelis Gheorghias" userId="da2eb0ca52ad48a3" providerId="LiveId" clId="{B0B85945-5AD9-462C-B269-AD923495B2AB}" dt="2024-06-27T13:06:00.211" v="4265" actId="2711"/>
          <ac:spMkLst>
            <pc:docMk/>
            <pc:sldMk cId="1063690040" sldId="331"/>
            <ac:spMk id="10" creationId="{96780297-026F-D074-9823-18767D7BB00A}"/>
          </ac:spMkLst>
        </pc:spChg>
        <pc:spChg chg="add mod">
          <ac:chgData name="Anelis Gheorghias" userId="da2eb0ca52ad48a3" providerId="LiveId" clId="{B0B85945-5AD9-462C-B269-AD923495B2AB}" dt="2024-06-27T13:06:00.211" v="4265" actId="2711"/>
          <ac:spMkLst>
            <pc:docMk/>
            <pc:sldMk cId="1063690040" sldId="331"/>
            <ac:spMk id="11" creationId="{9E09ACBB-7AB1-B2C1-54A8-25E87E2711EA}"/>
          </ac:spMkLst>
        </pc:spChg>
        <pc:spChg chg="add del mod">
          <ac:chgData name="Anelis Gheorghias" userId="da2eb0ca52ad48a3" providerId="LiveId" clId="{B0B85945-5AD9-462C-B269-AD923495B2AB}" dt="2024-06-27T13:04:00.666" v="4238" actId="478"/>
          <ac:spMkLst>
            <pc:docMk/>
            <pc:sldMk cId="1063690040" sldId="331"/>
            <ac:spMk id="12" creationId="{5153840B-EDB6-CA6C-E13A-D819E4985704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14" creationId="{57E30609-5ED0-813A-CAC7-AA675D77517B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15" creationId="{29005AE8-379B-8C28-38A0-93DFBB48C646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16" creationId="{154CF518-E01F-6733-0E1C-62BAECBF449F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17" creationId="{F965B95D-0685-CE11-384F-61E7EABFF22B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19" creationId="{A57FE260-F353-3B46-97DC-55AD97125E3D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20" creationId="{FC3187AB-17AF-8DC3-F484-0CC206A09417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21" creationId="{C2582055-8EFD-BF33-4C00-2CC78FC6617D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22" creationId="{48A2630C-38D6-F132-E93C-386520FE27FF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24" creationId="{AFEEC034-7C11-A677-382F-44A070C81CD6}"/>
          </ac:spMkLst>
        </pc:spChg>
        <pc:spChg chg="mod">
          <ac:chgData name="Anelis Gheorghias" userId="da2eb0ca52ad48a3" providerId="LiveId" clId="{B0B85945-5AD9-462C-B269-AD923495B2AB}" dt="2024-06-27T13:03:53.820" v="4237"/>
          <ac:spMkLst>
            <pc:docMk/>
            <pc:sldMk cId="1063690040" sldId="331"/>
            <ac:spMk id="25" creationId="{786192E9-C217-1852-4BCA-68987276848A}"/>
          </ac:spMkLst>
        </pc:spChg>
        <pc:spChg chg="add mod">
          <ac:chgData name="Anelis Gheorghias" userId="da2eb0ca52ad48a3" providerId="LiveId" clId="{B0B85945-5AD9-462C-B269-AD923495B2AB}" dt="2024-06-27T13:20:20.215" v="4373" actId="1076"/>
          <ac:spMkLst>
            <pc:docMk/>
            <pc:sldMk cId="1063690040" sldId="331"/>
            <ac:spMk id="26" creationId="{11FC1A7D-61ED-158E-16DB-B11941B5B621}"/>
          </ac:spMkLst>
        </pc:spChg>
        <pc:spChg chg="add del mod">
          <ac:chgData name="Anelis Gheorghias" userId="da2eb0ca52ad48a3" providerId="LiveId" clId="{B0B85945-5AD9-462C-B269-AD923495B2AB}" dt="2024-06-27T15:00:12.351" v="4567" actId="478"/>
          <ac:spMkLst>
            <pc:docMk/>
            <pc:sldMk cId="1063690040" sldId="331"/>
            <ac:spMk id="28" creationId="{3BEE9740-A9DE-C905-D0D9-52D12A70DAAB}"/>
          </ac:spMkLst>
        </pc:spChg>
        <pc:grpChg chg="add del mod">
          <ac:chgData name="Anelis Gheorghias" userId="da2eb0ca52ad48a3" providerId="LiveId" clId="{B0B85945-5AD9-462C-B269-AD923495B2AB}" dt="2024-06-27T13:04:00.666" v="4238" actId="478"/>
          <ac:grpSpMkLst>
            <pc:docMk/>
            <pc:sldMk cId="1063690040" sldId="331"/>
            <ac:grpSpMk id="13" creationId="{9CE053C4-EE9F-5975-2FE5-1C4E31EA66A8}"/>
          </ac:grpSpMkLst>
        </pc:grpChg>
        <pc:grpChg chg="add del mod">
          <ac:chgData name="Anelis Gheorghias" userId="da2eb0ca52ad48a3" providerId="LiveId" clId="{B0B85945-5AD9-462C-B269-AD923495B2AB}" dt="2024-06-27T13:04:00.666" v="4238" actId="478"/>
          <ac:grpSpMkLst>
            <pc:docMk/>
            <pc:sldMk cId="1063690040" sldId="331"/>
            <ac:grpSpMk id="18" creationId="{887AB132-4A5F-3797-2037-AC4D66C1DD03}"/>
          </ac:grpSpMkLst>
        </pc:grpChg>
        <pc:grpChg chg="add del mod">
          <ac:chgData name="Anelis Gheorghias" userId="da2eb0ca52ad48a3" providerId="LiveId" clId="{B0B85945-5AD9-462C-B269-AD923495B2AB}" dt="2024-06-27T13:04:00.666" v="4238" actId="478"/>
          <ac:grpSpMkLst>
            <pc:docMk/>
            <pc:sldMk cId="1063690040" sldId="331"/>
            <ac:grpSpMk id="23" creationId="{9F121D69-538D-4BBF-E1DA-4C9E240C53D0}"/>
          </ac:grpSpMkLst>
        </pc:grpChg>
        <pc:cxnChg chg="add mod">
          <ac:chgData name="Anelis Gheorghias" userId="da2eb0ca52ad48a3" providerId="LiveId" clId="{B0B85945-5AD9-462C-B269-AD923495B2AB}" dt="2024-06-27T13:03:53.820" v="4237"/>
          <ac:cxnSpMkLst>
            <pc:docMk/>
            <pc:sldMk cId="1063690040" sldId="331"/>
            <ac:cxnSpMk id="9" creationId="{8F700053-AC1D-03D4-AA4A-AF4ABCE8FECD}"/>
          </ac:cxnSpMkLst>
        </pc:cxnChg>
      </pc:sldChg>
      <pc:sldChg chg="modSp add del mod ord">
        <pc:chgData name="Anelis Gheorghias" userId="da2eb0ca52ad48a3" providerId="LiveId" clId="{B0B85945-5AD9-462C-B269-AD923495B2AB}" dt="2024-07-18T14:44:24.671" v="6919" actId="47"/>
        <pc:sldMkLst>
          <pc:docMk/>
          <pc:sldMk cId="2411635800" sldId="332"/>
        </pc:sldMkLst>
        <pc:spChg chg="mod">
          <ac:chgData name="Anelis Gheorghias" userId="da2eb0ca52ad48a3" providerId="LiveId" clId="{B0B85945-5AD9-462C-B269-AD923495B2AB}" dt="2024-06-27T13:17:02.414" v="4305" actId="20577"/>
          <ac:spMkLst>
            <pc:docMk/>
            <pc:sldMk cId="2411635800" sldId="332"/>
            <ac:spMk id="329" creationId="{00000000-0000-0000-0000-000000000000}"/>
          </ac:spMkLst>
        </pc:spChg>
        <pc:spChg chg="mod">
          <ac:chgData name="Anelis Gheorghias" userId="da2eb0ca52ad48a3" providerId="LiveId" clId="{B0B85945-5AD9-462C-B269-AD923495B2AB}" dt="2024-06-27T13:17:05.585" v="4307" actId="20577"/>
          <ac:spMkLst>
            <pc:docMk/>
            <pc:sldMk cId="2411635800" sldId="332"/>
            <ac:spMk id="331" creationId="{00000000-0000-0000-0000-000000000000}"/>
          </ac:spMkLst>
        </pc:spChg>
      </pc:sldChg>
      <pc:sldChg chg="new del">
        <pc:chgData name="Anelis Gheorghias" userId="da2eb0ca52ad48a3" providerId="LiveId" clId="{B0B85945-5AD9-462C-B269-AD923495B2AB}" dt="2024-06-27T13:20:52.707" v="4376" actId="47"/>
        <pc:sldMkLst>
          <pc:docMk/>
          <pc:sldMk cId="283350337" sldId="333"/>
        </pc:sldMkLst>
      </pc:sldChg>
      <pc:sldChg chg="new del">
        <pc:chgData name="Anelis Gheorghias" userId="da2eb0ca52ad48a3" providerId="LiveId" clId="{B0B85945-5AD9-462C-B269-AD923495B2AB}" dt="2024-06-27T13:19:40.005" v="4369" actId="680"/>
        <pc:sldMkLst>
          <pc:docMk/>
          <pc:sldMk cId="1711986719" sldId="333"/>
        </pc:sldMkLst>
      </pc:sldChg>
      <pc:sldChg chg="addSp delSp modSp new mod modClrScheme chgLayout">
        <pc:chgData name="Anelis Gheorghias" userId="da2eb0ca52ad48a3" providerId="LiveId" clId="{B0B85945-5AD9-462C-B269-AD923495B2AB}" dt="2024-06-30T09:49:47.928" v="4877" actId="1076"/>
        <pc:sldMkLst>
          <pc:docMk/>
          <pc:sldMk cId="3203372410" sldId="334"/>
        </pc:sldMkLst>
        <pc:spChg chg="mod ord">
          <ac:chgData name="Anelis Gheorghias" userId="da2eb0ca52ad48a3" providerId="LiveId" clId="{B0B85945-5AD9-462C-B269-AD923495B2AB}" dt="2024-06-27T15:13:44.089" v="4675" actId="700"/>
          <ac:spMkLst>
            <pc:docMk/>
            <pc:sldMk cId="3203372410" sldId="334"/>
            <ac:spMk id="2" creationId="{63D2E4CC-CC1A-3E3B-093B-DFBC64668074}"/>
          </ac:spMkLst>
        </pc:spChg>
        <pc:spChg chg="mod ord">
          <ac:chgData name="Anelis Gheorghias" userId="da2eb0ca52ad48a3" providerId="LiveId" clId="{B0B85945-5AD9-462C-B269-AD923495B2AB}" dt="2024-06-30T09:49:43.468" v="4876" actId="122"/>
          <ac:spMkLst>
            <pc:docMk/>
            <pc:sldMk cId="3203372410" sldId="334"/>
            <ac:spMk id="3" creationId="{EDC1BBB0-B2EE-B1CA-2045-5A6ACA552723}"/>
          </ac:spMkLst>
        </pc:spChg>
        <pc:spChg chg="add del mod">
          <ac:chgData name="Anelis Gheorghias" userId="da2eb0ca52ad48a3" providerId="LiveId" clId="{B0B85945-5AD9-462C-B269-AD923495B2AB}" dt="2024-06-27T15:10:31.497" v="4622"/>
          <ac:spMkLst>
            <pc:docMk/>
            <pc:sldMk cId="3203372410" sldId="334"/>
            <ac:spMk id="4" creationId="{8FE43664-BE4A-9CEC-F29B-04ADE58BBA20}"/>
          </ac:spMkLst>
        </pc:spChg>
        <pc:spChg chg="add mod">
          <ac:chgData name="Anelis Gheorghias" userId="da2eb0ca52ad48a3" providerId="LiveId" clId="{B0B85945-5AD9-462C-B269-AD923495B2AB}" dt="2024-06-27T15:10:27.026" v="4618"/>
          <ac:spMkLst>
            <pc:docMk/>
            <pc:sldMk cId="3203372410" sldId="334"/>
            <ac:spMk id="5" creationId="{01FBEE0E-E13B-CCCD-64AD-A798E7BC0BA4}"/>
          </ac:spMkLst>
        </pc:spChg>
        <pc:spChg chg="add mod ord">
          <ac:chgData name="Anelis Gheorghias" userId="da2eb0ca52ad48a3" providerId="LiveId" clId="{B0B85945-5AD9-462C-B269-AD923495B2AB}" dt="2024-06-30T09:49:47.928" v="4877" actId="1076"/>
          <ac:spMkLst>
            <pc:docMk/>
            <pc:sldMk cId="3203372410" sldId="334"/>
            <ac:spMk id="6" creationId="{4A83CB33-BD9C-C5A3-E758-C73B7ED2CEE9}"/>
          </ac:spMkLst>
        </pc:spChg>
        <pc:spChg chg="add del mod ord">
          <ac:chgData name="Anelis Gheorghias" userId="da2eb0ca52ad48a3" providerId="LiveId" clId="{B0B85945-5AD9-462C-B269-AD923495B2AB}" dt="2024-06-27T15:12:44.341" v="4646" actId="700"/>
          <ac:spMkLst>
            <pc:docMk/>
            <pc:sldMk cId="3203372410" sldId="334"/>
            <ac:spMk id="7" creationId="{C244AC4D-AC83-781F-7CE3-6AAF41BD2EB8}"/>
          </ac:spMkLst>
        </pc:spChg>
      </pc:sldChg>
      <pc:sldChg chg="addSp delSp modSp add mod">
        <pc:chgData name="Anelis Gheorghias" userId="da2eb0ca52ad48a3" providerId="LiveId" clId="{B0B85945-5AD9-462C-B269-AD923495B2AB}" dt="2024-07-17T15:56:48.748" v="5669" actId="20577"/>
        <pc:sldMkLst>
          <pc:docMk/>
          <pc:sldMk cId="3536855271" sldId="335"/>
        </pc:sldMkLst>
        <pc:spChg chg="mod">
          <ac:chgData name="Anelis Gheorghias" userId="da2eb0ca52ad48a3" providerId="LiveId" clId="{B0B85945-5AD9-462C-B269-AD923495B2AB}" dt="2024-07-17T15:41:58.615" v="5288" actId="20577"/>
          <ac:spMkLst>
            <pc:docMk/>
            <pc:sldMk cId="3536855271" sldId="335"/>
            <ac:spMk id="3" creationId="{A5B2F104-76BD-67D1-06D6-EAED4D2BD88F}"/>
          </ac:spMkLst>
        </pc:spChg>
        <pc:spChg chg="del mod">
          <ac:chgData name="Anelis Gheorghias" userId="da2eb0ca52ad48a3" providerId="LiveId" clId="{B0B85945-5AD9-462C-B269-AD923495B2AB}" dt="2024-07-17T15:29:20.300" v="5202" actId="478"/>
          <ac:spMkLst>
            <pc:docMk/>
            <pc:sldMk cId="3536855271" sldId="335"/>
            <ac:spMk id="4" creationId="{8E510307-CCD6-161D-9FDF-D05759110A0C}"/>
          </ac:spMkLst>
        </pc:spChg>
        <pc:spChg chg="del">
          <ac:chgData name="Anelis Gheorghias" userId="da2eb0ca52ad48a3" providerId="LiveId" clId="{B0B85945-5AD9-462C-B269-AD923495B2AB}" dt="2024-07-17T15:19:15.175" v="5117" actId="478"/>
          <ac:spMkLst>
            <pc:docMk/>
            <pc:sldMk cId="3536855271" sldId="335"/>
            <ac:spMk id="5" creationId="{A61D210D-50DC-2297-AAB2-292DBC464EAC}"/>
          </ac:spMkLst>
        </pc:spChg>
        <pc:spChg chg="del">
          <ac:chgData name="Anelis Gheorghias" userId="da2eb0ca52ad48a3" providerId="LiveId" clId="{B0B85945-5AD9-462C-B269-AD923495B2AB}" dt="2024-07-17T15:19:15.175" v="5117" actId="478"/>
          <ac:spMkLst>
            <pc:docMk/>
            <pc:sldMk cId="3536855271" sldId="335"/>
            <ac:spMk id="6" creationId="{C38445AB-7F3D-D4DB-CAF1-A033EE710FDE}"/>
          </ac:spMkLst>
        </pc:spChg>
        <pc:spChg chg="del">
          <ac:chgData name="Anelis Gheorghias" userId="da2eb0ca52ad48a3" providerId="LiveId" clId="{B0B85945-5AD9-462C-B269-AD923495B2AB}" dt="2024-07-17T15:17:37.939" v="5073" actId="478"/>
          <ac:spMkLst>
            <pc:docMk/>
            <pc:sldMk cId="3536855271" sldId="335"/>
            <ac:spMk id="7" creationId="{D781BB56-BE99-2F24-CC47-5FC8885EFC38}"/>
          </ac:spMkLst>
        </pc:spChg>
        <pc:spChg chg="del">
          <ac:chgData name="Anelis Gheorghias" userId="da2eb0ca52ad48a3" providerId="LiveId" clId="{B0B85945-5AD9-462C-B269-AD923495B2AB}" dt="2024-07-17T15:17:39.890" v="5074" actId="478"/>
          <ac:spMkLst>
            <pc:docMk/>
            <pc:sldMk cId="3536855271" sldId="335"/>
            <ac:spMk id="8" creationId="{6259DB58-E93F-EAE7-9AF4-E1970D8374E6}"/>
          </ac:spMkLst>
        </pc:spChg>
        <pc:spChg chg="del">
          <ac:chgData name="Anelis Gheorghias" userId="da2eb0ca52ad48a3" providerId="LiveId" clId="{B0B85945-5AD9-462C-B269-AD923495B2AB}" dt="2024-07-17T15:17:44.715" v="5077" actId="478"/>
          <ac:spMkLst>
            <pc:docMk/>
            <pc:sldMk cId="3536855271" sldId="335"/>
            <ac:spMk id="9" creationId="{C54B5DE5-1CFF-15BF-E9E9-C8635B0FE527}"/>
          </ac:spMkLst>
        </pc:spChg>
        <pc:spChg chg="add del mod">
          <ac:chgData name="Anelis Gheorghias" userId="da2eb0ca52ad48a3" providerId="LiveId" clId="{B0B85945-5AD9-462C-B269-AD923495B2AB}" dt="2024-07-17T15:17:43.441" v="5076" actId="478"/>
          <ac:spMkLst>
            <pc:docMk/>
            <pc:sldMk cId="3536855271" sldId="335"/>
            <ac:spMk id="11" creationId="{5D62ED65-CC86-82B5-BE04-A94EBFAE704B}"/>
          </ac:spMkLst>
        </pc:spChg>
        <pc:spChg chg="add del mod">
          <ac:chgData name="Anelis Gheorghias" userId="da2eb0ca52ad48a3" providerId="LiveId" clId="{B0B85945-5AD9-462C-B269-AD923495B2AB}" dt="2024-07-17T15:17:41.776" v="5075" actId="478"/>
          <ac:spMkLst>
            <pc:docMk/>
            <pc:sldMk cId="3536855271" sldId="335"/>
            <ac:spMk id="13" creationId="{8DEC38E3-F6CE-13F6-AAB1-9018B037C6F9}"/>
          </ac:spMkLst>
        </pc:spChg>
        <pc:spChg chg="add del mod">
          <ac:chgData name="Anelis Gheorghias" userId="da2eb0ca52ad48a3" providerId="LiveId" clId="{B0B85945-5AD9-462C-B269-AD923495B2AB}" dt="2024-07-17T15:17:46.723" v="5078" actId="478"/>
          <ac:spMkLst>
            <pc:docMk/>
            <pc:sldMk cId="3536855271" sldId="335"/>
            <ac:spMk id="15" creationId="{674FC827-1306-5493-1F01-AB8304062F90}"/>
          </ac:spMkLst>
        </pc:spChg>
        <pc:spChg chg="add del mod">
          <ac:chgData name="Anelis Gheorghias" userId="da2eb0ca52ad48a3" providerId="LiveId" clId="{B0B85945-5AD9-462C-B269-AD923495B2AB}" dt="2024-07-17T15:19:17.688" v="5118" actId="478"/>
          <ac:spMkLst>
            <pc:docMk/>
            <pc:sldMk cId="3536855271" sldId="335"/>
            <ac:spMk id="17" creationId="{9EBAD77E-8484-3754-B5FD-A3A6AA3A9F31}"/>
          </ac:spMkLst>
        </pc:spChg>
        <pc:spChg chg="add del mod">
          <ac:chgData name="Anelis Gheorghias" userId="da2eb0ca52ad48a3" providerId="LiveId" clId="{B0B85945-5AD9-462C-B269-AD923495B2AB}" dt="2024-07-17T15:19:17.688" v="5118" actId="478"/>
          <ac:spMkLst>
            <pc:docMk/>
            <pc:sldMk cId="3536855271" sldId="335"/>
            <ac:spMk id="19" creationId="{F67D8A15-929E-1CDE-39EA-7143EB987499}"/>
          </ac:spMkLst>
        </pc:spChg>
        <pc:spChg chg="add mod">
          <ac:chgData name="Anelis Gheorghias" userId="da2eb0ca52ad48a3" providerId="LiveId" clId="{B0B85945-5AD9-462C-B269-AD923495B2AB}" dt="2024-07-17T15:21:13.277" v="5133" actId="767"/>
          <ac:spMkLst>
            <pc:docMk/>
            <pc:sldMk cId="3536855271" sldId="335"/>
            <ac:spMk id="20" creationId="{4A50AFF1-E31E-9CB2-27C9-EC3C37BCD4DC}"/>
          </ac:spMkLst>
        </pc:spChg>
        <pc:spChg chg="add mod">
          <ac:chgData name="Anelis Gheorghias" userId="da2eb0ca52ad48a3" providerId="LiveId" clId="{B0B85945-5AD9-462C-B269-AD923495B2AB}" dt="2024-07-17T15:21:17.604" v="5135" actId="767"/>
          <ac:spMkLst>
            <pc:docMk/>
            <pc:sldMk cId="3536855271" sldId="335"/>
            <ac:spMk id="21" creationId="{936ED729-D002-E405-7E11-0AD6C4CE10DA}"/>
          </ac:spMkLst>
        </pc:spChg>
        <pc:spChg chg="add mod">
          <ac:chgData name="Anelis Gheorghias" userId="da2eb0ca52ad48a3" providerId="LiveId" clId="{B0B85945-5AD9-462C-B269-AD923495B2AB}" dt="2024-07-17T15:21:19.163" v="5136" actId="767"/>
          <ac:spMkLst>
            <pc:docMk/>
            <pc:sldMk cId="3536855271" sldId="335"/>
            <ac:spMk id="22" creationId="{EE0C15D1-6BDF-AEAE-651E-DD02C9089432}"/>
          </ac:spMkLst>
        </pc:spChg>
        <pc:spChg chg="add del mod">
          <ac:chgData name="Anelis Gheorghias" userId="da2eb0ca52ad48a3" providerId="LiveId" clId="{B0B85945-5AD9-462C-B269-AD923495B2AB}" dt="2024-07-17T15:21:25.974" v="5140"/>
          <ac:spMkLst>
            <pc:docMk/>
            <pc:sldMk cId="3536855271" sldId="335"/>
            <ac:spMk id="23" creationId="{E52BFBE6-6DC5-75AB-22DE-156A58561EA9}"/>
          </ac:spMkLst>
        </pc:spChg>
        <pc:spChg chg="add del mod">
          <ac:chgData name="Anelis Gheorghias" userId="da2eb0ca52ad48a3" providerId="LiveId" clId="{B0B85945-5AD9-462C-B269-AD923495B2AB}" dt="2024-07-17T15:30:18.228" v="5208" actId="478"/>
          <ac:spMkLst>
            <pc:docMk/>
            <pc:sldMk cId="3536855271" sldId="335"/>
            <ac:spMk id="25" creationId="{CC7321E8-F12A-7921-2BA4-1AE7B231C0AB}"/>
          </ac:spMkLst>
        </pc:spChg>
        <pc:spChg chg="add mod">
          <ac:chgData name="Anelis Gheorghias" userId="da2eb0ca52ad48a3" providerId="LiveId" clId="{B0B85945-5AD9-462C-B269-AD923495B2AB}" dt="2024-07-17T15:54:11.500" v="5586" actId="1076"/>
          <ac:spMkLst>
            <pc:docMk/>
            <pc:sldMk cId="3536855271" sldId="335"/>
            <ac:spMk id="26" creationId="{4C5726F1-37AD-FCE9-FABD-9954353BB464}"/>
          </ac:spMkLst>
        </pc:spChg>
        <pc:spChg chg="add mod">
          <ac:chgData name="Anelis Gheorghias" userId="da2eb0ca52ad48a3" providerId="LiveId" clId="{B0B85945-5AD9-462C-B269-AD923495B2AB}" dt="2024-07-17T15:56:48.748" v="5669" actId="20577"/>
          <ac:spMkLst>
            <pc:docMk/>
            <pc:sldMk cId="3536855271" sldId="335"/>
            <ac:spMk id="27" creationId="{D3717B3F-1547-F57F-A0B1-ED0928E132F6}"/>
          </ac:spMkLst>
        </pc:spChg>
      </pc:sldChg>
      <pc:sldChg chg="addSp delSp modSp add mod">
        <pc:chgData name="Anelis Gheorghias" userId="da2eb0ca52ad48a3" providerId="LiveId" clId="{B0B85945-5AD9-462C-B269-AD923495B2AB}" dt="2024-07-18T16:57:12.799" v="7745" actId="20577"/>
        <pc:sldMkLst>
          <pc:docMk/>
          <pc:sldMk cId="254451045" sldId="336"/>
        </pc:sldMkLst>
        <pc:spChg chg="add del mod">
          <ac:chgData name="Anelis Gheorghias" userId="da2eb0ca52ad48a3" providerId="LiveId" clId="{B0B85945-5AD9-462C-B269-AD923495B2AB}" dt="2024-07-18T11:30:13.354" v="6077" actId="478"/>
          <ac:spMkLst>
            <pc:docMk/>
            <pc:sldMk cId="254451045" sldId="336"/>
            <ac:spMk id="7" creationId="{4C94EE70-D9C6-2165-85D4-2DE5E9BC5BC8}"/>
          </ac:spMkLst>
        </pc:spChg>
        <pc:spChg chg="add mod">
          <ac:chgData name="Anelis Gheorghias" userId="da2eb0ca52ad48a3" providerId="LiveId" clId="{B0B85945-5AD9-462C-B269-AD923495B2AB}" dt="2024-07-18T16:57:12.799" v="7745" actId="20577"/>
          <ac:spMkLst>
            <pc:docMk/>
            <pc:sldMk cId="254451045" sldId="336"/>
            <ac:spMk id="8" creationId="{11D7DD56-6317-C588-5412-F2FFA6B485FF}"/>
          </ac:spMkLst>
        </pc:spChg>
        <pc:spChg chg="mod">
          <ac:chgData name="Anelis Gheorghias" userId="da2eb0ca52ad48a3" providerId="LiveId" clId="{B0B85945-5AD9-462C-B269-AD923495B2AB}" dt="2024-07-18T16:55:57.973" v="7733" actId="20577"/>
          <ac:spMkLst>
            <pc:docMk/>
            <pc:sldMk cId="254451045" sldId="336"/>
            <ac:spMk id="9" creationId="{46C36B14-8E95-EC67-7E69-831F047DFB7C}"/>
          </ac:spMkLst>
        </pc:spChg>
        <pc:spChg chg="del">
          <ac:chgData name="Anelis Gheorghias" userId="da2eb0ca52ad48a3" providerId="LiveId" clId="{B0B85945-5AD9-462C-B269-AD923495B2AB}" dt="2024-07-18T11:30:33.163" v="6081" actId="478"/>
          <ac:spMkLst>
            <pc:docMk/>
            <pc:sldMk cId="254451045" sldId="336"/>
            <ac:spMk id="21" creationId="{92BA3873-03FA-C834-A4B1-25B0231E7AF6}"/>
          </ac:spMkLst>
        </pc:spChg>
        <pc:picChg chg="add del mod">
          <ac:chgData name="Anelis Gheorghias" userId="da2eb0ca52ad48a3" providerId="LiveId" clId="{B0B85945-5AD9-462C-B269-AD923495B2AB}" dt="2024-07-18T11:30:02.358" v="6074" actId="478"/>
          <ac:picMkLst>
            <pc:docMk/>
            <pc:sldMk cId="254451045" sldId="336"/>
            <ac:picMk id="4" creationId="{F1FEA039-0DE5-0958-6B0F-78D00C9B5CE9}"/>
          </ac:picMkLst>
        </pc:picChg>
        <pc:picChg chg="add del">
          <ac:chgData name="Anelis Gheorghias" userId="da2eb0ca52ad48a3" providerId="LiveId" clId="{B0B85945-5AD9-462C-B269-AD923495B2AB}" dt="2024-07-18T11:29:48.028" v="6071" actId="478"/>
          <ac:picMkLst>
            <pc:docMk/>
            <pc:sldMk cId="254451045" sldId="336"/>
            <ac:picMk id="6" creationId="{B8AD99D1-5629-1F23-3018-8BB2A8D83041}"/>
          </ac:picMkLst>
        </pc:picChg>
        <pc:picChg chg="add del">
          <ac:chgData name="Anelis Gheorghias" userId="da2eb0ca52ad48a3" providerId="LiveId" clId="{B0B85945-5AD9-462C-B269-AD923495B2AB}" dt="2024-07-18T11:29:48.028" v="6071" actId="478"/>
          <ac:picMkLst>
            <pc:docMk/>
            <pc:sldMk cId="254451045" sldId="336"/>
            <ac:picMk id="11" creationId="{1567E9C9-2045-3A61-6262-B50B89016985}"/>
          </ac:picMkLst>
        </pc:picChg>
        <pc:picChg chg="mod">
          <ac:chgData name="Anelis Gheorghias" userId="da2eb0ca52ad48a3" providerId="LiveId" clId="{B0B85945-5AD9-462C-B269-AD923495B2AB}" dt="2024-07-18T16:56:04.772" v="7734" actId="14100"/>
          <ac:picMkLst>
            <pc:docMk/>
            <pc:sldMk cId="254451045" sldId="336"/>
            <ac:picMk id="16" creationId="{1943A3A2-D547-3BDB-2505-9C75E1FFF4AE}"/>
          </ac:picMkLst>
        </pc:picChg>
        <pc:cxnChg chg="add del mod">
          <ac:chgData name="Anelis Gheorghias" userId="da2eb0ca52ad48a3" providerId="LiveId" clId="{B0B85945-5AD9-462C-B269-AD923495B2AB}" dt="2024-07-18T11:30:01.786" v="6073" actId="478"/>
          <ac:cxnSpMkLst>
            <pc:docMk/>
            <pc:sldMk cId="254451045" sldId="336"/>
            <ac:cxnSpMk id="5" creationId="{8BE20AB9-6824-B09A-550E-A4D511261B09}"/>
          </ac:cxnSpMkLst>
        </pc:cxnChg>
        <pc:cxnChg chg="del">
          <ac:chgData name="Anelis Gheorghias" userId="da2eb0ca52ad48a3" providerId="LiveId" clId="{B0B85945-5AD9-462C-B269-AD923495B2AB}" dt="2024-07-18T11:30:33.163" v="6081" actId="478"/>
          <ac:cxnSpMkLst>
            <pc:docMk/>
            <pc:sldMk cId="254451045" sldId="336"/>
            <ac:cxnSpMk id="18" creationId="{F272ED64-A4C5-8C22-55E6-929A49F60FA3}"/>
          </ac:cxnSpMkLst>
        </pc:cxnChg>
      </pc:sldChg>
      <pc:sldChg chg="add del">
        <pc:chgData name="Anelis Gheorghias" userId="da2eb0ca52ad48a3" providerId="LiveId" clId="{B0B85945-5AD9-462C-B269-AD923495B2AB}" dt="2024-07-18T11:27:07.457" v="6031" actId="2890"/>
        <pc:sldMkLst>
          <pc:docMk/>
          <pc:sldMk cId="550504218" sldId="336"/>
        </pc:sldMkLst>
      </pc:sldChg>
      <pc:sldMasterChg chg="delSldLayout">
        <pc:chgData name="Anelis Gheorghias" userId="da2eb0ca52ad48a3" providerId="LiveId" clId="{B0B85945-5AD9-462C-B269-AD923495B2AB}" dt="2024-07-18T14:44:25.894" v="6920" actId="47"/>
        <pc:sldMasterMkLst>
          <pc:docMk/>
          <pc:sldMasterMk cId="0" sldId="2147483674"/>
        </pc:sldMasterMkLst>
        <pc:sldLayoutChg chg="del">
          <pc:chgData name="Anelis Gheorghias" userId="da2eb0ca52ad48a3" providerId="LiveId" clId="{B0B85945-5AD9-462C-B269-AD923495B2AB}" dt="2024-06-27T13:16:47.581" v="4292" actId="2696"/>
          <pc:sldLayoutMkLst>
            <pc:docMk/>
            <pc:sldMasterMk cId="0" sldId="2147483674"/>
            <pc:sldLayoutMk cId="0" sldId="2147483650"/>
          </pc:sldLayoutMkLst>
        </pc:sldLayoutChg>
        <pc:sldLayoutChg chg="del">
          <pc:chgData name="Anelis Gheorghias" userId="da2eb0ca52ad48a3" providerId="LiveId" clId="{B0B85945-5AD9-462C-B269-AD923495B2AB}" dt="2024-06-27T12:52:32.784" v="3869" actId="47"/>
          <pc:sldLayoutMkLst>
            <pc:docMk/>
            <pc:sldMasterMk cId="0" sldId="2147483674"/>
            <pc:sldLayoutMk cId="0" sldId="2147483652"/>
          </pc:sldLayoutMkLst>
        </pc:sldLayoutChg>
        <pc:sldLayoutChg chg="del">
          <pc:chgData name="Anelis Gheorghias" userId="da2eb0ca52ad48a3" providerId="LiveId" clId="{B0B85945-5AD9-462C-B269-AD923495B2AB}" dt="2024-06-27T12:52:21.857" v="3856" actId="47"/>
          <pc:sldLayoutMkLst>
            <pc:docMk/>
            <pc:sldMasterMk cId="0" sldId="2147483674"/>
            <pc:sldLayoutMk cId="0" sldId="2147483654"/>
          </pc:sldLayoutMkLst>
        </pc:sldLayoutChg>
        <pc:sldLayoutChg chg="del">
          <pc:chgData name="Anelis Gheorghias" userId="da2eb0ca52ad48a3" providerId="LiveId" clId="{B0B85945-5AD9-462C-B269-AD923495B2AB}" dt="2024-06-27T12:52:15.681" v="3849" actId="47"/>
          <pc:sldLayoutMkLst>
            <pc:docMk/>
            <pc:sldMasterMk cId="0" sldId="2147483674"/>
            <pc:sldLayoutMk cId="0" sldId="2147483655"/>
          </pc:sldLayoutMkLst>
        </pc:sldLayoutChg>
        <pc:sldLayoutChg chg="del">
          <pc:chgData name="Anelis Gheorghias" userId="da2eb0ca52ad48a3" providerId="LiveId" clId="{B0B85945-5AD9-462C-B269-AD923495B2AB}" dt="2024-06-27T12:52:21.329" v="3855" actId="47"/>
          <pc:sldLayoutMkLst>
            <pc:docMk/>
            <pc:sldMasterMk cId="0" sldId="2147483674"/>
            <pc:sldLayoutMk cId="0" sldId="2147483656"/>
          </pc:sldLayoutMkLst>
        </pc:sldLayoutChg>
        <pc:sldLayoutChg chg="del">
          <pc:chgData name="Anelis Gheorghias" userId="da2eb0ca52ad48a3" providerId="LiveId" clId="{B0B85945-5AD9-462C-B269-AD923495B2AB}" dt="2024-06-27T12:52:19.567" v="3852" actId="47"/>
          <pc:sldLayoutMkLst>
            <pc:docMk/>
            <pc:sldMasterMk cId="0" sldId="2147483674"/>
            <pc:sldLayoutMk cId="0" sldId="2147483657"/>
          </pc:sldLayoutMkLst>
        </pc:sldLayoutChg>
        <pc:sldLayoutChg chg="del">
          <pc:chgData name="Anelis Gheorghias" userId="da2eb0ca52ad48a3" providerId="LiveId" clId="{B0B85945-5AD9-462C-B269-AD923495B2AB}" dt="2024-06-27T12:52:16.692" v="3850" actId="47"/>
          <pc:sldLayoutMkLst>
            <pc:docMk/>
            <pc:sldMasterMk cId="0" sldId="2147483674"/>
            <pc:sldLayoutMk cId="0" sldId="2147483659"/>
          </pc:sldLayoutMkLst>
        </pc:sldLayoutChg>
        <pc:sldLayoutChg chg="del">
          <pc:chgData name="Anelis Gheorghias" userId="da2eb0ca52ad48a3" providerId="LiveId" clId="{B0B85945-5AD9-462C-B269-AD923495B2AB}" dt="2024-06-27T12:52:18.637" v="3851" actId="47"/>
          <pc:sldLayoutMkLst>
            <pc:docMk/>
            <pc:sldMasterMk cId="0" sldId="2147483674"/>
            <pc:sldLayoutMk cId="0" sldId="2147483660"/>
          </pc:sldLayoutMkLst>
        </pc:sldLayoutChg>
        <pc:sldLayoutChg chg="del">
          <pc:chgData name="Anelis Gheorghias" userId="da2eb0ca52ad48a3" providerId="LiveId" clId="{B0B85945-5AD9-462C-B269-AD923495B2AB}" dt="2024-06-27T12:52:20.808" v="3854" actId="47"/>
          <pc:sldLayoutMkLst>
            <pc:docMk/>
            <pc:sldMasterMk cId="0" sldId="2147483674"/>
            <pc:sldLayoutMk cId="0" sldId="2147483661"/>
          </pc:sldLayoutMkLst>
        </pc:sldLayoutChg>
        <pc:sldLayoutChg chg="del">
          <pc:chgData name="Anelis Gheorghias" userId="da2eb0ca52ad48a3" providerId="LiveId" clId="{B0B85945-5AD9-462C-B269-AD923495B2AB}" dt="2024-06-27T12:52:38.662" v="3871" actId="47"/>
          <pc:sldLayoutMkLst>
            <pc:docMk/>
            <pc:sldMasterMk cId="0" sldId="2147483674"/>
            <pc:sldLayoutMk cId="0" sldId="2147483662"/>
          </pc:sldLayoutMkLst>
        </pc:sldLayoutChg>
        <pc:sldLayoutChg chg="del">
          <pc:chgData name="Anelis Gheorghias" userId="da2eb0ca52ad48a3" providerId="LiveId" clId="{B0B85945-5AD9-462C-B269-AD923495B2AB}" dt="2024-06-27T12:52:23.577" v="3858" actId="47"/>
          <pc:sldLayoutMkLst>
            <pc:docMk/>
            <pc:sldMasterMk cId="0" sldId="2147483674"/>
            <pc:sldLayoutMk cId="0" sldId="2147483665"/>
          </pc:sldLayoutMkLst>
        </pc:sldLayoutChg>
        <pc:sldLayoutChg chg="del">
          <pc:chgData name="Anelis Gheorghias" userId="da2eb0ca52ad48a3" providerId="LiveId" clId="{B0B85945-5AD9-462C-B269-AD923495B2AB}" dt="2024-06-27T13:02:54.529" v="4233" actId="47"/>
          <pc:sldLayoutMkLst>
            <pc:docMk/>
            <pc:sldMasterMk cId="0" sldId="2147483674"/>
            <pc:sldLayoutMk cId="0" sldId="2147483666"/>
          </pc:sldLayoutMkLst>
        </pc:sldLayoutChg>
        <pc:sldLayoutChg chg="del">
          <pc:chgData name="Anelis Gheorghias" userId="da2eb0ca52ad48a3" providerId="LiveId" clId="{B0B85945-5AD9-462C-B269-AD923495B2AB}" dt="2024-06-27T12:52:24.361" v="3860" actId="47"/>
          <pc:sldLayoutMkLst>
            <pc:docMk/>
            <pc:sldMasterMk cId="0" sldId="2147483674"/>
            <pc:sldLayoutMk cId="0" sldId="2147483667"/>
          </pc:sldLayoutMkLst>
        </pc:sldLayoutChg>
        <pc:sldLayoutChg chg="del">
          <pc:chgData name="Anelis Gheorghias" userId="da2eb0ca52ad48a3" providerId="LiveId" clId="{B0B85945-5AD9-462C-B269-AD923495B2AB}" dt="2024-06-27T12:52:20.102" v="3853" actId="47"/>
          <pc:sldLayoutMkLst>
            <pc:docMk/>
            <pc:sldMasterMk cId="0" sldId="2147483674"/>
            <pc:sldLayoutMk cId="0" sldId="2147483668"/>
          </pc:sldLayoutMkLst>
        </pc:sldLayoutChg>
        <pc:sldLayoutChg chg="del">
          <pc:chgData name="Anelis Gheorghias" userId="da2eb0ca52ad48a3" providerId="LiveId" clId="{B0B85945-5AD9-462C-B269-AD923495B2AB}" dt="2024-06-27T13:20:52.707" v="4376" actId="47"/>
          <pc:sldLayoutMkLst>
            <pc:docMk/>
            <pc:sldMasterMk cId="0" sldId="2147483674"/>
            <pc:sldLayoutMk cId="0" sldId="2147483671"/>
          </pc:sldLayoutMkLst>
        </pc:sldLayoutChg>
        <pc:sldLayoutChg chg="del">
          <pc:chgData name="Anelis Gheorghias" userId="da2eb0ca52ad48a3" providerId="LiveId" clId="{B0B85945-5AD9-462C-B269-AD923495B2AB}" dt="2024-07-18T14:44:25.894" v="6920" actId="47"/>
          <pc:sldLayoutMkLst>
            <pc:docMk/>
            <pc:sldMasterMk cId="0" sldId="2147483674"/>
            <pc:sldLayoutMk cId="408483709" sldId="2147483675"/>
          </pc:sldLayoutMkLst>
        </pc:sldLayoutChg>
      </pc:sldMasterChg>
      <pc:sldMasterChg chg="del delSldLayout">
        <pc:chgData name="Anelis Gheorghias" userId="da2eb0ca52ad48a3" providerId="LiveId" clId="{B0B85945-5AD9-462C-B269-AD923495B2AB}" dt="2024-06-27T12:53:25.427" v="3893" actId="47"/>
        <pc:sldMasterMkLst>
          <pc:docMk/>
          <pc:sldMasterMk cId="0" sldId="2147483675"/>
        </pc:sldMasterMkLst>
        <pc:sldLayoutChg chg="del">
          <pc:chgData name="Anelis Gheorghias" userId="da2eb0ca52ad48a3" providerId="LiveId" clId="{B0B85945-5AD9-462C-B269-AD923495B2AB}" dt="2024-06-27T12:53:25.427" v="3893" actId="47"/>
          <pc:sldLayoutMkLst>
            <pc:docMk/>
            <pc:sldMasterMk cId="0" sldId="2147483675"/>
            <pc:sldLayoutMk cId="0" sldId="2147483672"/>
          </pc:sldLayoutMkLst>
        </pc:sldLayoutChg>
        <pc:sldLayoutChg chg="del">
          <pc:chgData name="Anelis Gheorghias" userId="da2eb0ca52ad48a3" providerId="LiveId" clId="{B0B85945-5AD9-462C-B269-AD923495B2AB}" dt="2024-06-27T12:53:24.383" v="3892" actId="47"/>
          <pc:sldLayoutMkLst>
            <pc:docMk/>
            <pc:sldMasterMk cId="0" sldId="2147483675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Trecerea</a:t>
            </a:r>
            <a:r>
              <a:rPr lang="en-GB" dirty="0"/>
              <a:t> la WebSocket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mesageria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timp</a:t>
            </a:r>
            <a:r>
              <a:rPr lang="en-GB" dirty="0"/>
              <a:t> real a </a:t>
            </a:r>
            <a:r>
              <a:rPr lang="en-GB" dirty="0" err="1"/>
              <a:t>introdus</a:t>
            </a:r>
            <a:r>
              <a:rPr lang="en-GB" dirty="0"/>
              <a:t> o </a:t>
            </a:r>
            <a:r>
              <a:rPr lang="en-GB" dirty="0" err="1"/>
              <a:t>problemă</a:t>
            </a:r>
            <a:r>
              <a:rPr lang="en-GB" dirty="0"/>
              <a:t> la </a:t>
            </a:r>
            <a:r>
              <a:rPr lang="en-GB" dirty="0" err="1"/>
              <a:t>nivelul</a:t>
            </a:r>
            <a:r>
              <a:rPr lang="en-GB" dirty="0"/>
              <a:t> </a:t>
            </a:r>
            <a:r>
              <a:rPr lang="en-GB" dirty="0" err="1"/>
              <a:t>filtrelor</a:t>
            </a:r>
            <a:r>
              <a:rPr lang="en-GB" dirty="0"/>
              <a:t> de </a:t>
            </a:r>
            <a:r>
              <a:rPr lang="en-GB" dirty="0" err="1"/>
              <a:t>securitate</a:t>
            </a:r>
            <a:r>
              <a:rPr lang="en-GB" dirty="0"/>
              <a:t>. </a:t>
            </a:r>
            <a:r>
              <a:rPr lang="en-GB" dirty="0" err="1"/>
              <a:t>După</a:t>
            </a:r>
            <a:r>
              <a:rPr lang="en-GB" dirty="0"/>
              <a:t> </a:t>
            </a:r>
            <a:r>
              <a:rPr lang="en-GB" dirty="0" err="1"/>
              <a:t>tranziția</a:t>
            </a:r>
            <a:r>
              <a:rPr lang="en-GB" dirty="0"/>
              <a:t> de protocol HTTP 101, </a:t>
            </a:r>
            <a:r>
              <a:rPr lang="en-GB" dirty="0" err="1"/>
              <a:t>conexiunea</a:t>
            </a:r>
            <a:r>
              <a:rPr lang="en-GB" dirty="0"/>
              <a:t> TCP </a:t>
            </a:r>
            <a:r>
              <a:rPr lang="en-GB" dirty="0" err="1"/>
              <a:t>persistentă</a:t>
            </a:r>
            <a:r>
              <a:rPr lang="en-GB" dirty="0"/>
              <a:t> face ca </a:t>
            </a:r>
            <a:r>
              <a:rPr lang="en-GB" dirty="0" err="1"/>
              <a:t>pachetele</a:t>
            </a:r>
            <a:r>
              <a:rPr lang="en-GB" dirty="0"/>
              <a:t> STOMP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ocolească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 </a:t>
            </a:r>
            <a:r>
              <a:rPr lang="en-GB" dirty="0" err="1"/>
              <a:t>lanțul</a:t>
            </a:r>
            <a:r>
              <a:rPr lang="en-GB" dirty="0"/>
              <a:t> </a:t>
            </a:r>
            <a:r>
              <a:rPr lang="en-GB" dirty="0" err="1"/>
              <a:t>clasic</a:t>
            </a:r>
            <a:r>
              <a:rPr lang="en-GB" dirty="0"/>
              <a:t> de </a:t>
            </a:r>
            <a:r>
              <a:rPr lang="en-GB" dirty="0" err="1"/>
              <a:t>filtre</a:t>
            </a:r>
            <a:r>
              <a:rPr lang="en-GB" dirty="0"/>
              <a:t> HTTP. </a:t>
            </a:r>
            <a:r>
              <a:rPr lang="en-GB" dirty="0" err="1"/>
              <a:t>Consecința</a:t>
            </a:r>
            <a:r>
              <a:rPr lang="en-GB" dirty="0"/>
              <a:t> </a:t>
            </a:r>
            <a:r>
              <a:rPr lang="en-GB" dirty="0" err="1"/>
              <a:t>directă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că</a:t>
            </a:r>
            <a:r>
              <a:rPr lang="en-GB" dirty="0"/>
              <a:t> </a:t>
            </a:r>
            <a:r>
              <a:rPr lang="en-GB" dirty="0" err="1"/>
              <a:t>obiectul</a:t>
            </a:r>
            <a:r>
              <a:rPr lang="en-GB" dirty="0"/>
              <a:t>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SecurityContextHolder</a:t>
            </a:r>
            <a:r>
              <a:rPr lang="en-GB" dirty="0"/>
              <a:t> </a:t>
            </a:r>
            <a:r>
              <a:rPr lang="en-GB" dirty="0" err="1"/>
              <a:t>rămâne</a:t>
            </a:r>
            <a:r>
              <a:rPr lang="en-GB" dirty="0"/>
              <a:t> </a:t>
            </a:r>
            <a:r>
              <a:rPr lang="en-GB" dirty="0" err="1"/>
              <a:t>gol</a:t>
            </a:r>
            <a:r>
              <a:rPr lang="en-GB" dirty="0"/>
              <a:t>. Din </a:t>
            </a:r>
            <a:r>
              <a:rPr lang="en-GB" dirty="0" err="1"/>
              <a:t>această</a:t>
            </a:r>
            <a:r>
              <a:rPr lang="en-GB" dirty="0"/>
              <a:t> </a:t>
            </a:r>
            <a:r>
              <a:rPr lang="en-GB" dirty="0" err="1"/>
              <a:t>cauză</a:t>
            </a:r>
            <a:r>
              <a:rPr lang="en-GB" dirty="0"/>
              <a:t>, </a:t>
            </a:r>
            <a:r>
              <a:rPr lang="en-GB" dirty="0" err="1"/>
              <a:t>orice</a:t>
            </a:r>
            <a:r>
              <a:rPr lang="en-GB" dirty="0"/>
              <a:t> </a:t>
            </a:r>
            <a:r>
              <a:rPr lang="en-GB" dirty="0" err="1"/>
              <a:t>apel</a:t>
            </a:r>
            <a:r>
              <a:rPr lang="en-GB" dirty="0"/>
              <a:t> </a:t>
            </a:r>
            <a:r>
              <a:rPr lang="en-GB" dirty="0" err="1"/>
              <a:t>lansat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Feign </a:t>
            </a:r>
            <a:r>
              <a:rPr lang="en-GB" dirty="0" err="1"/>
              <a:t>către</a:t>
            </a:r>
            <a:r>
              <a:rPr lang="en-GB" dirty="0"/>
              <a:t> </a:t>
            </a:r>
            <a:r>
              <a:rPr lang="en-GB" dirty="0" err="1"/>
              <a:t>alte</a:t>
            </a:r>
            <a:r>
              <a:rPr lang="en-GB" dirty="0"/>
              <a:t> </a:t>
            </a:r>
            <a:r>
              <a:rPr lang="en-GB" dirty="0" err="1"/>
              <a:t>microservicii</a:t>
            </a:r>
            <a:r>
              <a:rPr lang="en-GB" dirty="0"/>
              <a:t> </a:t>
            </a:r>
            <a:r>
              <a:rPr lang="en-GB" dirty="0" err="1"/>
              <a:t>eșuează</a:t>
            </a:r>
            <a:r>
              <a:rPr lang="en-GB" dirty="0"/>
              <a:t> cu </a:t>
            </a:r>
            <a:r>
              <a:rPr lang="en-GB" dirty="0" err="1"/>
              <a:t>eroarea</a:t>
            </a:r>
            <a:r>
              <a:rPr lang="en-GB" dirty="0"/>
              <a:t> 401.</a:t>
            </a:r>
          </a:p>
          <a:p>
            <a:r>
              <a:rPr lang="en-GB" dirty="0" err="1"/>
              <a:t>Soluția</a:t>
            </a:r>
            <a:r>
              <a:rPr lang="en-GB" dirty="0"/>
              <a:t> </a:t>
            </a:r>
            <a:r>
              <a:rPr lang="en-GB" dirty="0" err="1"/>
              <a:t>implementată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clasa</a:t>
            </a:r>
            <a:r>
              <a:rPr lang="en-GB" dirty="0"/>
              <a:t>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StompSecurityInterceptor</a:t>
            </a:r>
            <a:r>
              <a:rPr lang="en-GB" dirty="0"/>
              <a:t>.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faza</a:t>
            </a:r>
            <a:r>
              <a:rPr lang="en-GB" dirty="0"/>
              <a:t>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preSend</a:t>
            </a:r>
            <a:r>
              <a:rPr lang="en-GB" dirty="0"/>
              <a:t>, </a:t>
            </a:r>
            <a:r>
              <a:rPr lang="en-GB" dirty="0" err="1"/>
              <a:t>înainte</a:t>
            </a:r>
            <a:r>
              <a:rPr lang="en-GB" dirty="0"/>
              <a:t> de </a:t>
            </a:r>
            <a:r>
              <a:rPr lang="en-GB" dirty="0" err="1"/>
              <a:t>procesarea</a:t>
            </a:r>
            <a:r>
              <a:rPr lang="en-GB" dirty="0"/>
              <a:t> </a:t>
            </a:r>
            <a:r>
              <a:rPr lang="en-GB" dirty="0" err="1"/>
              <a:t>mesajului</a:t>
            </a:r>
            <a:r>
              <a:rPr lang="en-GB" dirty="0"/>
              <a:t>, </a:t>
            </a:r>
            <a:r>
              <a:rPr lang="en-GB" dirty="0" err="1"/>
              <a:t>interceptorul</a:t>
            </a:r>
            <a:r>
              <a:rPr lang="en-GB" dirty="0"/>
              <a:t> </a:t>
            </a:r>
            <a:r>
              <a:rPr lang="en-GB" dirty="0" err="1"/>
              <a:t>decodează</a:t>
            </a:r>
            <a:r>
              <a:rPr lang="en-GB" dirty="0"/>
              <a:t> JWT-ul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repopulează</a:t>
            </a:r>
            <a:r>
              <a:rPr lang="en-GB" dirty="0"/>
              <a:t> manual </a:t>
            </a:r>
            <a:r>
              <a:rPr lang="en-GB" dirty="0" err="1"/>
              <a:t>contextul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metoda</a:t>
            </a:r>
            <a:r>
              <a:rPr lang="en-GB" dirty="0"/>
              <a:t>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setAuthentication</a:t>
            </a:r>
            <a:r>
              <a:rPr lang="en-GB" dirty="0"/>
              <a:t>, </a:t>
            </a:r>
            <a:r>
              <a:rPr lang="en-GB" dirty="0" err="1"/>
              <a:t>asociind</a:t>
            </a:r>
            <a:r>
              <a:rPr lang="en-GB" dirty="0"/>
              <a:t> </a:t>
            </a:r>
            <a:r>
              <a:rPr lang="en-GB" dirty="0" err="1"/>
              <a:t>utilizatorul</a:t>
            </a:r>
            <a:r>
              <a:rPr lang="en-GB" dirty="0"/>
              <a:t> </a:t>
            </a:r>
            <a:r>
              <a:rPr lang="en-GB" dirty="0" err="1"/>
              <a:t>sesiunii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accessor.setUser</a:t>
            </a:r>
            <a:r>
              <a:rPr lang="en-GB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GB" dirty="0"/>
              <a:t>.</a:t>
            </a:r>
          </a:p>
          <a:p>
            <a:r>
              <a:rPr lang="en-GB" dirty="0" err="1"/>
              <a:t>Având</a:t>
            </a:r>
            <a:r>
              <a:rPr lang="en-GB" dirty="0"/>
              <a:t> </a:t>
            </a:r>
            <a:r>
              <a:rPr lang="en-GB" dirty="0" err="1"/>
              <a:t>identitatea</a:t>
            </a:r>
            <a:r>
              <a:rPr lang="en-GB" dirty="0"/>
              <a:t> </a:t>
            </a:r>
            <a:r>
              <a:rPr lang="en-GB" dirty="0" err="1"/>
              <a:t>restabilită</a:t>
            </a:r>
            <a:r>
              <a:rPr lang="en-GB" dirty="0"/>
              <a:t> pe </a:t>
            </a:r>
            <a:r>
              <a:rPr lang="en-GB" dirty="0" err="1"/>
              <a:t>firul</a:t>
            </a:r>
            <a:r>
              <a:rPr lang="en-GB" dirty="0"/>
              <a:t> de </a:t>
            </a:r>
            <a:r>
              <a:rPr lang="en-GB" dirty="0" err="1"/>
              <a:t>execuție</a:t>
            </a:r>
            <a:r>
              <a:rPr lang="en-GB" dirty="0"/>
              <a:t>, putem </a:t>
            </a:r>
            <a:r>
              <a:rPr lang="en-GB" dirty="0" err="1"/>
              <a:t>efectua</a:t>
            </a:r>
            <a:r>
              <a:rPr lang="en-GB" dirty="0"/>
              <a:t> </a:t>
            </a:r>
            <a:r>
              <a:rPr lang="en-GB" dirty="0" err="1"/>
              <a:t>validarea</a:t>
            </a:r>
            <a:r>
              <a:rPr lang="en-GB" dirty="0"/>
              <a:t> </a:t>
            </a:r>
            <a:r>
              <a:rPr lang="en-GB" dirty="0" err="1"/>
              <a:t>clinică</a:t>
            </a:r>
            <a:r>
              <a:rPr lang="en-GB" dirty="0"/>
              <a:t>: </a:t>
            </a:r>
            <a:r>
              <a:rPr lang="en-GB" dirty="0" err="1"/>
              <a:t>mesajul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persistat</a:t>
            </a:r>
            <a:r>
              <a:rPr lang="en-GB" dirty="0"/>
              <a:t> doar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interogarea</a:t>
            </a:r>
            <a:r>
              <a:rPr lang="en-GB" dirty="0"/>
              <a:t> </a:t>
            </a:r>
            <a:r>
              <a:rPr lang="en-GB" dirty="0" err="1"/>
              <a:t>sincronă</a:t>
            </a:r>
            <a:r>
              <a:rPr lang="en-GB" dirty="0"/>
              <a:t> </a:t>
            </a:r>
            <a:r>
              <a:rPr lang="en-GB" dirty="0" err="1"/>
              <a:t>confirmă</a:t>
            </a:r>
            <a:r>
              <a:rPr lang="en-GB" dirty="0"/>
              <a:t> </a:t>
            </a:r>
            <a:r>
              <a:rPr lang="en-GB" dirty="0" err="1"/>
              <a:t>existența</a:t>
            </a:r>
            <a:r>
              <a:rPr lang="en-GB" dirty="0"/>
              <a:t> </a:t>
            </a:r>
            <a:r>
              <a:rPr lang="en-GB" dirty="0" err="1"/>
              <a:t>unei</a:t>
            </a:r>
            <a:r>
              <a:rPr lang="en-GB" dirty="0"/>
              <a:t> </a:t>
            </a:r>
            <a:r>
              <a:rPr lang="en-GB" dirty="0" err="1"/>
              <a:t>relații</a:t>
            </a:r>
            <a:r>
              <a:rPr lang="en-GB" dirty="0"/>
              <a:t> </a:t>
            </a:r>
            <a:r>
              <a:rPr lang="en-GB" dirty="0" err="1"/>
              <a:t>terapeutice</a:t>
            </a:r>
            <a:r>
              <a:rPr lang="en-GB" dirty="0"/>
              <a:t> active.</a:t>
            </a:r>
          </a:p>
          <a:p>
            <a:r>
              <a:rPr lang="en-GB" dirty="0"/>
              <a:t>Pasul final are loc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metoda</a:t>
            </a:r>
            <a:r>
              <a:rPr lang="en-GB" dirty="0"/>
              <a:t>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postSend</a:t>
            </a:r>
            <a:r>
              <a:rPr lang="en-GB" dirty="0"/>
              <a:t>, unde </a:t>
            </a:r>
            <a:r>
              <a:rPr lang="en-GB" dirty="0" err="1"/>
              <a:t>execut</a:t>
            </a:r>
            <a:r>
              <a:rPr lang="en-GB" dirty="0"/>
              <a:t> </a:t>
            </a:r>
            <a:r>
              <a:rPr lang="en-GB" dirty="0" err="1"/>
              <a:t>obligatoriu</a:t>
            </a:r>
            <a:r>
              <a:rPr lang="en-GB" dirty="0"/>
              <a:t> </a:t>
            </a:r>
            <a:r>
              <a:rPr lang="en-GB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clearContext</a:t>
            </a:r>
            <a:r>
              <a:rPr lang="en-GB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en-GB" dirty="0"/>
              <a:t>. </a:t>
            </a:r>
            <a:r>
              <a:rPr lang="en-GB" dirty="0" err="1"/>
              <a:t>Acest</a:t>
            </a:r>
            <a:r>
              <a:rPr lang="en-GB" dirty="0"/>
              <a:t> </a:t>
            </a:r>
            <a:r>
              <a:rPr lang="en-GB" dirty="0" err="1"/>
              <a:t>apel</a:t>
            </a:r>
            <a:r>
              <a:rPr lang="en-GB" dirty="0"/>
              <a:t> </a:t>
            </a:r>
            <a:r>
              <a:rPr lang="en-GB" dirty="0" err="1"/>
              <a:t>previne</a:t>
            </a:r>
            <a:r>
              <a:rPr lang="en-GB" dirty="0"/>
              <a:t> </a:t>
            </a:r>
            <a:r>
              <a:rPr lang="en-GB" dirty="0" err="1"/>
              <a:t>vulnerabilitatea</a:t>
            </a:r>
            <a:r>
              <a:rPr lang="en-GB" dirty="0"/>
              <a:t> de tip </a:t>
            </a:r>
            <a:r>
              <a:rPr lang="en-GB" i="1" dirty="0"/>
              <a:t>credential leakage</a:t>
            </a:r>
            <a:r>
              <a:rPr lang="en-GB" dirty="0"/>
              <a:t>. </a:t>
            </a:r>
            <a:r>
              <a:rPr lang="en-GB" dirty="0" err="1"/>
              <a:t>Deoarece</a:t>
            </a:r>
            <a:r>
              <a:rPr lang="en-GB" dirty="0"/>
              <a:t> </a:t>
            </a:r>
            <a:r>
              <a:rPr lang="en-GB" dirty="0" err="1"/>
              <a:t>firele</a:t>
            </a:r>
            <a:r>
              <a:rPr lang="en-GB" dirty="0"/>
              <a:t> de </a:t>
            </a:r>
            <a:r>
              <a:rPr lang="en-GB" dirty="0" err="1"/>
              <a:t>execuție</a:t>
            </a:r>
            <a:r>
              <a:rPr lang="en-GB" dirty="0"/>
              <a:t> sunt </a:t>
            </a:r>
            <a:r>
              <a:rPr lang="en-GB" dirty="0" err="1"/>
              <a:t>reutilizate</a:t>
            </a:r>
            <a:r>
              <a:rPr lang="en-GB" dirty="0"/>
              <a:t> direct din </a:t>
            </a:r>
            <a:r>
              <a:rPr lang="en-GB" i="1" dirty="0"/>
              <a:t>thread pool</a:t>
            </a:r>
            <a:r>
              <a:rPr lang="en-GB" dirty="0"/>
              <a:t>, </a:t>
            </a:r>
            <a:r>
              <a:rPr lang="en-GB" dirty="0" err="1"/>
              <a:t>lipsa</a:t>
            </a:r>
            <a:r>
              <a:rPr lang="en-GB" dirty="0"/>
              <a:t> </a:t>
            </a:r>
            <a:r>
              <a:rPr lang="en-GB" dirty="0" err="1"/>
              <a:t>acestei</a:t>
            </a:r>
            <a:r>
              <a:rPr lang="en-GB" dirty="0"/>
              <a:t> </a:t>
            </a:r>
            <a:r>
              <a:rPr lang="en-GB" dirty="0" err="1"/>
              <a:t>curățări</a:t>
            </a:r>
            <a:r>
              <a:rPr lang="en-GB" dirty="0"/>
              <a:t> </a:t>
            </a:r>
            <a:r>
              <a:rPr lang="en-GB" dirty="0" err="1"/>
              <a:t>ar</a:t>
            </a:r>
            <a:r>
              <a:rPr lang="en-GB" dirty="0"/>
              <a:t> </a:t>
            </a:r>
            <a:r>
              <a:rPr lang="en-GB" dirty="0" err="1"/>
              <a:t>lăsa</a:t>
            </a:r>
            <a:r>
              <a:rPr lang="en-GB" dirty="0"/>
              <a:t> </a:t>
            </a:r>
            <a:r>
              <a:rPr lang="en-GB" dirty="0" err="1"/>
              <a:t>datele</a:t>
            </a:r>
            <a:r>
              <a:rPr lang="en-GB" dirty="0"/>
              <a:t> de </a:t>
            </a:r>
            <a:r>
              <a:rPr lang="en-GB" dirty="0" err="1"/>
              <a:t>autentificare</a:t>
            </a:r>
            <a:r>
              <a:rPr lang="en-GB" dirty="0"/>
              <a:t> </a:t>
            </a:r>
            <a:r>
              <a:rPr lang="en-GB" dirty="0" err="1"/>
              <a:t>agățate</a:t>
            </a:r>
            <a:r>
              <a:rPr lang="en-GB" dirty="0"/>
              <a:t> pe un fir pe care </a:t>
            </a:r>
            <a:r>
              <a:rPr lang="en-GB" dirty="0" err="1"/>
              <a:t>îl</a:t>
            </a:r>
            <a:r>
              <a:rPr lang="en-GB" dirty="0"/>
              <a:t> </a:t>
            </a:r>
            <a:r>
              <a:rPr lang="en-GB" dirty="0" err="1"/>
              <a:t>va</a:t>
            </a:r>
            <a:r>
              <a:rPr lang="en-GB" dirty="0"/>
              <a:t> </a:t>
            </a:r>
            <a:r>
              <a:rPr lang="en-GB" dirty="0" err="1"/>
              <a:t>prelua</a:t>
            </a:r>
            <a:r>
              <a:rPr lang="en-GB" dirty="0"/>
              <a:t> ulterior un cu </a:t>
            </a:r>
            <a:r>
              <a:rPr lang="en-GB" dirty="0" err="1"/>
              <a:t>totul</a:t>
            </a:r>
            <a:r>
              <a:rPr lang="en-GB" dirty="0"/>
              <a:t> alt </a:t>
            </a:r>
            <a:r>
              <a:rPr lang="en-GB" dirty="0" err="1"/>
              <a:t>utilizator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0703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„Ca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orice</a:t>
            </a:r>
            <a:r>
              <a:rPr lang="en-GB" dirty="0"/>
              <a:t> </a:t>
            </a:r>
            <a:r>
              <a:rPr lang="en-GB" dirty="0" err="1"/>
              <a:t>produs</a:t>
            </a:r>
            <a:r>
              <a:rPr lang="en-GB" dirty="0"/>
              <a:t> minim </a:t>
            </a:r>
            <a:r>
              <a:rPr lang="en-GB" dirty="0" err="1"/>
              <a:t>viabil</a:t>
            </a:r>
            <a:r>
              <a:rPr lang="en-GB" dirty="0"/>
              <a:t>, am </a:t>
            </a:r>
            <a:r>
              <a:rPr lang="en-GB" dirty="0" err="1"/>
              <a:t>făcut</a:t>
            </a:r>
            <a:r>
              <a:rPr lang="en-GB" dirty="0"/>
              <a:t> </a:t>
            </a:r>
            <a:r>
              <a:rPr lang="en-GB" dirty="0" err="1"/>
              <a:t>niște</a:t>
            </a:r>
            <a:r>
              <a:rPr lang="en-GB" dirty="0"/>
              <a:t> </a:t>
            </a:r>
            <a:r>
              <a:rPr lang="en-GB" dirty="0" err="1"/>
              <a:t>compromisuri</a:t>
            </a:r>
            <a:r>
              <a:rPr lang="en-GB" dirty="0"/>
              <a:t> </a:t>
            </a:r>
            <a:r>
              <a:rPr lang="en-GB" dirty="0" err="1"/>
              <a:t>tehnice</a:t>
            </a:r>
            <a:r>
              <a:rPr lang="en-GB" dirty="0"/>
              <a:t> </a:t>
            </a:r>
            <a:r>
              <a:rPr lang="en-GB" dirty="0" err="1"/>
              <a:t>asumate</a:t>
            </a:r>
            <a:r>
              <a:rPr lang="en-GB" dirty="0"/>
              <a:t>. Cea </a:t>
            </a:r>
            <a:r>
              <a:rPr lang="en-GB" dirty="0" err="1"/>
              <a:t>mai</a:t>
            </a:r>
            <a:r>
              <a:rPr lang="en-GB" dirty="0"/>
              <a:t> mare </a:t>
            </a:r>
            <a:r>
              <a:rPr lang="en-GB" dirty="0" err="1"/>
              <a:t>limitare</a:t>
            </a:r>
            <a:r>
              <a:rPr lang="en-GB" dirty="0"/>
              <a:t> </a:t>
            </a:r>
            <a:r>
              <a:rPr lang="en-GB" dirty="0" err="1"/>
              <a:t>curentă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stocarea</a:t>
            </a:r>
            <a:r>
              <a:rPr lang="en-GB" dirty="0"/>
              <a:t> </a:t>
            </a:r>
            <a:r>
              <a:rPr lang="en-GB" dirty="0" err="1"/>
              <a:t>fotografiilor</a:t>
            </a:r>
            <a:r>
              <a:rPr lang="en-GB" dirty="0"/>
              <a:t> ca Base64 </a:t>
            </a:r>
            <a:r>
              <a:rPr lang="en-GB" dirty="0" err="1"/>
              <a:t>în</a:t>
            </a:r>
            <a:r>
              <a:rPr lang="en-GB" dirty="0"/>
              <a:t> MySQL, ceea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fragmentează</a:t>
            </a:r>
            <a:r>
              <a:rPr lang="en-GB" dirty="0"/>
              <a:t> </a:t>
            </a:r>
            <a:r>
              <a:rPr lang="en-GB" dirty="0" err="1"/>
              <a:t>paginile</a:t>
            </a:r>
            <a:r>
              <a:rPr lang="en-GB" dirty="0"/>
              <a:t> </a:t>
            </a:r>
            <a:r>
              <a:rPr lang="en-GB" dirty="0" err="1"/>
              <a:t>InnoDB</a:t>
            </a:r>
            <a:r>
              <a:rPr lang="en-GB" dirty="0"/>
              <a:t>. </a:t>
            </a:r>
            <a:r>
              <a:rPr lang="en-GB" dirty="0" err="1"/>
              <a:t>Soluția</a:t>
            </a:r>
            <a:r>
              <a:rPr lang="en-GB" dirty="0"/>
              <a:t> </a:t>
            </a:r>
            <a:r>
              <a:rPr lang="en-GB" dirty="0" err="1"/>
              <a:t>directă</a:t>
            </a:r>
            <a:r>
              <a:rPr lang="en-GB" dirty="0"/>
              <a:t> </a:t>
            </a:r>
            <a:r>
              <a:rPr lang="en-GB" dirty="0" err="1"/>
              <a:t>va</a:t>
            </a:r>
            <a:r>
              <a:rPr lang="en-GB" dirty="0"/>
              <a:t> fi </a:t>
            </a:r>
            <a:r>
              <a:rPr lang="en-GB" dirty="0" err="1"/>
              <a:t>mutarea</a:t>
            </a:r>
            <a:r>
              <a:rPr lang="en-GB" dirty="0"/>
              <a:t> lor </a:t>
            </a:r>
            <a:r>
              <a:rPr lang="en-GB" dirty="0" err="1"/>
              <a:t>într</a:t>
            </a:r>
            <a:r>
              <a:rPr lang="en-GB" dirty="0"/>
              <a:t>-un </a:t>
            </a:r>
            <a:r>
              <a:rPr lang="en-GB" dirty="0" err="1"/>
              <a:t>instanță</a:t>
            </a:r>
            <a:r>
              <a:rPr lang="en-GB" dirty="0"/>
              <a:t> </a:t>
            </a:r>
            <a:r>
              <a:rPr lang="en-GB" dirty="0" err="1"/>
              <a:t>MinIO</a:t>
            </a:r>
            <a:r>
              <a:rPr lang="en-GB" dirty="0"/>
              <a:t> tip S3. De </a:t>
            </a:r>
            <a:r>
              <a:rPr lang="en-GB" dirty="0" err="1"/>
              <a:t>asemenea</a:t>
            </a:r>
            <a:r>
              <a:rPr lang="en-GB" dirty="0"/>
              <a:t>,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rezolva</a:t>
            </a:r>
            <a:r>
              <a:rPr lang="en-GB" dirty="0"/>
              <a:t> </a:t>
            </a:r>
            <a:r>
              <a:rPr lang="en-GB" dirty="0" err="1"/>
              <a:t>fereastra</a:t>
            </a:r>
            <a:r>
              <a:rPr lang="en-GB" dirty="0"/>
              <a:t> de </a:t>
            </a:r>
            <a:r>
              <a:rPr lang="en-GB" dirty="0" err="1"/>
              <a:t>inconsistență</a:t>
            </a:r>
            <a:r>
              <a:rPr lang="en-GB" dirty="0"/>
              <a:t> de la </a:t>
            </a:r>
            <a:r>
              <a:rPr lang="en-GB" dirty="0" err="1"/>
              <a:t>înregistrarea</a:t>
            </a:r>
            <a:r>
              <a:rPr lang="en-GB" dirty="0"/>
              <a:t> </a:t>
            </a:r>
            <a:r>
              <a:rPr lang="en-GB" dirty="0" err="1"/>
              <a:t>simultană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DB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Keycloak</a:t>
            </a:r>
            <a:r>
              <a:rPr lang="en-GB" dirty="0"/>
              <a:t>, </a:t>
            </a:r>
            <a:r>
              <a:rPr lang="en-GB" dirty="0" err="1"/>
              <a:t>voi</a:t>
            </a:r>
            <a:r>
              <a:rPr lang="en-GB" dirty="0"/>
              <a:t> </a:t>
            </a:r>
            <a:r>
              <a:rPr lang="en-GB" dirty="0" err="1"/>
              <a:t>migra</a:t>
            </a:r>
            <a:r>
              <a:rPr lang="en-GB" dirty="0"/>
              <a:t> de la </a:t>
            </a:r>
            <a:r>
              <a:rPr lang="en-GB" dirty="0" err="1"/>
              <a:t>mecanismul</a:t>
            </a:r>
            <a:r>
              <a:rPr lang="en-GB" dirty="0"/>
              <a:t> actual de Saga </a:t>
            </a:r>
            <a:r>
              <a:rPr lang="en-GB" dirty="0" err="1"/>
              <a:t>către</a:t>
            </a:r>
            <a:r>
              <a:rPr lang="en-GB" dirty="0"/>
              <a:t> </a:t>
            </a:r>
            <a:r>
              <a:rPr lang="en-GB" dirty="0" err="1"/>
              <a:t>tiparul</a:t>
            </a:r>
            <a:r>
              <a:rPr lang="en-GB" dirty="0"/>
              <a:t> Transactional Outbox.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viitor</a:t>
            </a:r>
            <a:r>
              <a:rPr lang="en-GB" dirty="0"/>
              <a:t>, </a:t>
            </a:r>
            <a:r>
              <a:rPr lang="en-GB" dirty="0" err="1"/>
              <a:t>scalarea</a:t>
            </a:r>
            <a:r>
              <a:rPr lang="en-GB" dirty="0"/>
              <a:t> </a:t>
            </a:r>
            <a:r>
              <a:rPr lang="en-GB" dirty="0" err="1"/>
              <a:t>vizează</a:t>
            </a:r>
            <a:r>
              <a:rPr lang="en-GB" dirty="0"/>
              <a:t> </a:t>
            </a:r>
            <a:r>
              <a:rPr lang="en-GB" dirty="0" err="1"/>
              <a:t>transformarea</a:t>
            </a:r>
            <a:r>
              <a:rPr lang="en-GB" dirty="0"/>
              <a:t> </a:t>
            </a:r>
            <a:r>
              <a:rPr lang="en-GB" dirty="0" err="1"/>
              <a:t>într</a:t>
            </a:r>
            <a:r>
              <a:rPr lang="en-GB" dirty="0"/>
              <a:t>-un </a:t>
            </a:r>
            <a:r>
              <a:rPr lang="en-GB" dirty="0" err="1"/>
              <a:t>sistem</a:t>
            </a:r>
            <a:r>
              <a:rPr lang="en-GB" dirty="0"/>
              <a:t> Multi-Tenant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alocarea</a:t>
            </a:r>
            <a:r>
              <a:rPr lang="en-GB" dirty="0"/>
              <a:t> </a:t>
            </a:r>
            <a:r>
              <a:rPr lang="en-GB" dirty="0" err="1"/>
              <a:t>unei</a:t>
            </a:r>
            <a:r>
              <a:rPr lang="en-GB" dirty="0"/>
              <a:t> scheme dedicate per </a:t>
            </a:r>
            <a:r>
              <a:rPr lang="en-GB" dirty="0" err="1"/>
              <a:t>clinică</a:t>
            </a:r>
            <a:r>
              <a:rPr lang="en-GB" dirty="0"/>
              <a:t>,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integrarea</a:t>
            </a:r>
            <a:r>
              <a:rPr lang="en-GB" dirty="0"/>
              <a:t> </a:t>
            </a:r>
            <a:r>
              <a:rPr lang="en-GB" dirty="0" err="1"/>
              <a:t>unui</a:t>
            </a:r>
            <a:r>
              <a:rPr lang="en-GB" dirty="0"/>
              <a:t> model LLM </a:t>
            </a:r>
            <a:r>
              <a:rPr lang="en-GB" dirty="0" err="1"/>
              <a:t>rulat</a:t>
            </a:r>
            <a:r>
              <a:rPr lang="en-GB" dirty="0"/>
              <a:t> local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asistarea</a:t>
            </a:r>
            <a:r>
              <a:rPr lang="en-GB" dirty="0"/>
              <a:t> </a:t>
            </a:r>
            <a:r>
              <a:rPr lang="en-GB" dirty="0" err="1"/>
              <a:t>terapeutului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scrierea</a:t>
            </a:r>
            <a:r>
              <a:rPr lang="en-GB" dirty="0"/>
              <a:t> </a:t>
            </a:r>
            <a:r>
              <a:rPr lang="en-GB" dirty="0" err="1"/>
              <a:t>notelor</a:t>
            </a:r>
            <a:r>
              <a:rPr lang="en-GB" dirty="0"/>
              <a:t> de </a:t>
            </a:r>
            <a:r>
              <a:rPr lang="en-GB" dirty="0" err="1"/>
              <a:t>evoluție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450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" name="Google Shape;60;p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1" name="Google Shape;61;p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2" name="Google Shape;62;p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3" name="Google Shape;63;p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7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583450" y="1694743"/>
            <a:ext cx="5925600" cy="10132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o-RO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ineto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o-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endParaRPr lang="en-GB" sz="28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201568" y="4206342"/>
            <a:ext cx="3210750" cy="687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COORDONATOR ŞTIINŢIFIC: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Conf.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Radu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Boriga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50" y="2457899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50" y="18507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9" name="Google Shape;289;p29"/>
          <p:cNvSpPr/>
          <p:nvPr/>
        </p:nvSpPr>
        <p:spPr>
          <a:xfrm>
            <a:off x="2405675" y="2055030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6716450" y="2055030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286;p29">
            <a:extLst>
              <a:ext uri="{FF2B5EF4-FFF2-40B4-BE49-F238E27FC236}">
                <a16:creationId xmlns:a16="http://schemas.microsoft.com/office/drawing/2014/main" id="{A0ECB6A2-C473-25BF-C134-1F5467710D96}"/>
              </a:ext>
            </a:extLst>
          </p:cNvPr>
          <p:cNvSpPr txBox="1">
            <a:spLocks/>
          </p:cNvSpPr>
          <p:nvPr/>
        </p:nvSpPr>
        <p:spPr>
          <a:xfrm>
            <a:off x="5731684" y="4197871"/>
            <a:ext cx="3210750" cy="6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ABSOLVENT:</a:t>
            </a:r>
          </a:p>
          <a:p>
            <a:pPr marL="0" indent="0" algn="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Niță-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Gheorghiaș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Anelis</a:t>
            </a:r>
            <a:r>
              <a:rPr lang="ro-RO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Ramona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B95C2-D2D0-1EB1-AE2F-BEB03935B054}"/>
              </a:ext>
            </a:extLst>
          </p:cNvPr>
          <p:cNvSpPr txBox="1"/>
          <p:nvPr/>
        </p:nvSpPr>
        <p:spPr>
          <a:xfrm>
            <a:off x="87266" y="172107"/>
            <a:ext cx="42704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UNIVERSITATEA DIN BUCUREŞTI</a:t>
            </a:r>
            <a:endParaRPr lang="ro-RO" sz="1100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FACULTATEA DE</a:t>
            </a:r>
            <a:r>
              <a:rPr lang="ro-RO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MATEMATICĂ ȘI INFORMATICĂ</a:t>
            </a:r>
            <a:endParaRPr lang="ro-RO" sz="1100" dirty="0">
              <a:solidFill>
                <a:schemeClr val="tx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SPECIALIZAREA</a:t>
            </a:r>
            <a:r>
              <a:rPr lang="ro-RO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BAZE DE DATE ȘI</a:t>
            </a:r>
            <a:r>
              <a:rPr lang="ro-RO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100" dirty="0">
                <a:solidFill>
                  <a:schemeClr val="tx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TEHNOLOGII SOFTWARE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F9FFC0-9AEA-CC4D-1160-20D4E0C92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319" y="141215"/>
            <a:ext cx="791415" cy="855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AE9B1D-F9AA-3578-4FEA-8289DDAE00D9}"/>
              </a:ext>
            </a:extLst>
          </p:cNvPr>
          <p:cNvSpPr txBox="1"/>
          <p:nvPr/>
        </p:nvSpPr>
        <p:spPr>
          <a:xfrm>
            <a:off x="2289630" y="2452873"/>
            <a:ext cx="4794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Platformă distribuită</a:t>
            </a:r>
            <a:r>
              <a:rPr lang="ro-RO" sz="24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 managementul parcursului</a:t>
            </a:r>
            <a:r>
              <a:rPr lang="ro-RO" sz="24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terapeutic</a:t>
            </a:r>
            <a:endParaRPr lang="en-GB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8A55-0B3A-382A-6065-47993497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E5A86F-70DD-7BC4-DE8A-DAAE1570BD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BF9030-10FD-7CDA-1BB5-4DCFC1B6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18" y="599172"/>
            <a:ext cx="8123963" cy="572700"/>
          </a:xfrm>
        </p:spPr>
        <p:txBody>
          <a:bodyPr/>
          <a:lstStyle/>
          <a:p>
            <a:pPr algn="ctr"/>
            <a:r>
              <a:rPr lang="ro-R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identificată</a:t>
            </a:r>
            <a:endParaRPr lang="en-GB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59418FF-1047-611D-2554-C856864594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33858" y="1394504"/>
            <a:ext cx="6076281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Clinicile de </a:t>
            </a:r>
            <a:r>
              <a:rPr lang="ro-RO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kinetoterapie</a:t>
            </a: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→ instrumente generice (agende, foi de calcul)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Tx/>
              <a:buFont typeface="Arial" panose="020B0604020202020204" pitchFamily="34" charset="0"/>
              <a:buChar char="•"/>
            </a:pP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Soluțiile existente (</a:t>
            </a:r>
            <a:r>
              <a:rPr lang="ro-RO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WebPT</a:t>
            </a: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o-RO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Pabau</a:t>
            </a: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o-RO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FizioHub</a:t>
            </a: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o-RO" sz="1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ReKi</a:t>
            </a: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Tx/>
              <a:buNone/>
            </a:pP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✓ Documentație clinică, facturare, calendar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Tx/>
              <a:buNone/>
            </a:pP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✗ Selecție manuală a tipului de serviciu → risc de erori operaționale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Tx/>
              <a:buNone/>
            </a:pP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✗ Nu există mesagerie pacient-terapeut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Tx/>
              <a:buNone/>
            </a:pP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✗ Nu există feedback subiectiv post-ședință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Tx/>
              <a:buNone/>
            </a:pPr>
            <a:r>
              <a:rPr lang="ro-RO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✗ Nu există automatizare a parcursului terapeutic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45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418A1-DB27-7549-B67B-4CB8A09A0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1A97E7-54D4-6819-5983-12A7303745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CF9E42-9035-8854-CD45-48D60397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18" y="561072"/>
            <a:ext cx="8123963" cy="572700"/>
          </a:xfrm>
        </p:spPr>
        <p:txBody>
          <a:bodyPr/>
          <a:lstStyle/>
          <a:p>
            <a:pPr algn="ctr"/>
            <a:r>
              <a:rPr lang="ro-R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Arhitectura sistemului</a:t>
            </a:r>
            <a:endParaRPr lang="en-GB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52F4A-E585-CDDE-6655-F639DF979484}"/>
              </a:ext>
            </a:extLst>
          </p:cNvPr>
          <p:cNvSpPr txBox="1"/>
          <p:nvPr/>
        </p:nvSpPr>
        <p:spPr>
          <a:xfrm>
            <a:off x="310628" y="4417539"/>
            <a:ext cx="85227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50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Stiva</a:t>
            </a:r>
            <a:r>
              <a:rPr lang="en-GB" sz="105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Tehnologică</a:t>
            </a:r>
            <a:r>
              <a:rPr lang="en-GB" sz="105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Java · Spring Boot · Spring Cloud · React · MySQL · RabbitMQ ·</a:t>
            </a:r>
            <a:r>
              <a:rPr lang="ro-RO" sz="105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 / STOMP · </a:t>
            </a:r>
            <a:r>
              <a:rPr lang="en-GB" sz="1050" dirty="0" err="1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GB" sz="1050" dirty="0">
                <a:solidFill>
                  <a:schemeClr val="tx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Docker · Kubernetes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EAE0E-655F-1225-8C6C-906AE1888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1318760"/>
            <a:ext cx="9000000" cy="250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4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2665500" y="1894854"/>
            <a:ext cx="381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</a:t>
            </a:r>
            <a:r>
              <a:rPr lang="ro-RO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ții proprii</a:t>
            </a:r>
            <a:endParaRPr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2426100" y="2196054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6478400" y="2196054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6FAE3-C2E4-A818-2DAD-0A36CB53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60" y="1355454"/>
            <a:ext cx="216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9F34C-75B6-40F8-C0E6-2FCBEA1D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468C21-CFC3-8702-207C-70977388CE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B79DB1-657E-BD1E-51D1-F2F0DC30F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8" y="337400"/>
            <a:ext cx="8826523" cy="572400"/>
          </a:xfrm>
        </p:spPr>
        <p:txBody>
          <a:bodyPr/>
          <a:lstStyle/>
          <a:p>
            <a:pPr algn="ctr"/>
            <a:r>
              <a:rPr lang="it-IT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 finit determinist – eliminarea selecției manuale</a:t>
            </a:r>
            <a:endParaRPr lang="en-GB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C3E60-B9EE-5987-3068-20548B2C5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50" y="981159"/>
            <a:ext cx="7200000" cy="1025849"/>
          </a:xfrm>
          <a:prstGeom prst="rect">
            <a:avLst/>
          </a:prstGeom>
        </p:spPr>
      </p:pic>
      <p:pic>
        <p:nvPicPr>
          <p:cNvPr id="8" name="booking">
            <a:hlinkClick r:id="" action="ppaction://media"/>
            <a:extLst>
              <a:ext uri="{FF2B5EF4-FFF2-40B4-BE49-F238E27FC236}">
                <a16:creationId xmlns:a16="http://schemas.microsoft.com/office/drawing/2014/main" id="{C072FE49-F2A0-8509-84DD-D6FACB5643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46718" y="2179437"/>
            <a:ext cx="5400000" cy="24234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9926D3-4CE4-E3D1-4C57-7139C34FE9A8}"/>
              </a:ext>
            </a:extLst>
          </p:cNvPr>
          <p:cNvSpPr txBox="1"/>
          <p:nvPr/>
        </p:nvSpPr>
        <p:spPr>
          <a:xfrm>
            <a:off x="297282" y="2342172"/>
            <a:ext cx="286685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Proprietăți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cheie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" indent="-171450" algn="just">
              <a:spcBef>
                <a:spcPts val="6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 e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stocată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recalculată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rezervare</a:t>
            </a:r>
            <a:endParaRPr lang="en-GB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6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Clientul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 trimite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tipul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serviciului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cerere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previne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selecții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eronate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1450" indent="-171450" algn="just">
              <a:spcBef>
                <a:spcPts val="600"/>
              </a:spcBef>
              <a:buClr>
                <a:schemeClr val="bg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Repornirile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microserviciului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afectează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traiectoria</a:t>
            </a:r>
            <a:r>
              <a:rPr lang="en-GB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pacientului</a:t>
            </a:r>
            <a:endParaRPr lang="en-GB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6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8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E886-EAF2-8C7D-505D-B597D26E0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0B2A22-D771-0B83-3AE2-65DB540711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1E14E3-54BC-B2A5-FB41-5A675421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62" y="338431"/>
            <a:ext cx="8527585" cy="572400"/>
          </a:xfrm>
        </p:spPr>
        <p:txBody>
          <a:bodyPr/>
          <a:lstStyle/>
          <a:p>
            <a:pPr algn="ctr"/>
            <a:r>
              <a:rPr lang="ro-RO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Sliding</a:t>
            </a:r>
            <a:r>
              <a:rPr lang="ro-R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  <a:r>
              <a:rPr lang="ro-R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o-R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generarea </a:t>
            </a:r>
            <a:r>
              <a:rPr lang="ro-RO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sloturilor</a:t>
            </a:r>
            <a:r>
              <a:rPr lang="ro-R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disponibilitate</a:t>
            </a:r>
            <a:endParaRPr lang="en-GB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4E1F505-099E-4A5A-DC0D-BDA8A32A29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6413" y="1224690"/>
            <a:ext cx="793108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Principiul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Fail-fast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concediu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orar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verificat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OpenFeign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înainte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interogare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</a:t>
            </a:r>
          </a:p>
          <a:p>
            <a:pPr algn="just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</a:t>
            </a:r>
            <a:r>
              <a:rPr lang="ro-R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un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→ toate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rezervările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zilei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extrase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evită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N+1)</a:t>
            </a:r>
          </a:p>
          <a:p>
            <a:pPr algn="just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orar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avansează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durată_procedură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+ 10 min buffer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operațional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suprapunerile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(JVM),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fără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interogări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suplimentare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A5DC6-6F78-C034-81CB-3E4DFA688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0" y="2923545"/>
            <a:ext cx="8640000" cy="163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1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1DAE-C398-B351-F93C-CE823442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2ACD14-1E4D-F6AC-DE8C-435478FB56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5F9DBE-C324-9DBC-EC80-6EA940402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08" y="336985"/>
            <a:ext cx="8527585" cy="572700"/>
          </a:xfrm>
        </p:spPr>
        <p:txBody>
          <a:bodyPr/>
          <a:lstStyle/>
          <a:p>
            <a:pPr algn="ctr"/>
            <a:r>
              <a:rPr lang="en-GB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Mesagerie</a:t>
            </a:r>
            <a:r>
              <a:rPr lang="en-GB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GB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– WebSocket/STOMP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5B2B622-AA48-7DCB-BC87-F69F14E2EE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08208" y="1367913"/>
            <a:ext cx="4144266" cy="30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39700" indent="0" algn="just">
              <a:buNone/>
            </a:pPr>
            <a:r>
              <a:rPr lang="en-GB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endParaRPr lang="en-GB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clasic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identitate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verificată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WebSocket: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cerere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 → HTTP 101 Switching Protocols → canal persistent</a:t>
            </a:r>
            <a:endParaRPr lang="ro-RO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Filtrele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doar la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stabilirea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conexiunii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SecurityContextHolder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Feign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eșuează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(401)</a:t>
            </a:r>
            <a:endParaRPr lang="ro-RO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SzPct val="100000"/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buNone/>
            </a:pPr>
            <a:r>
              <a:rPr lang="en-GB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StompSecurityInterceptor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preSend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Extrage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 →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reautentifică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utilizatorul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firul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curent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clinică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Feign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verifică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relația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terapeutică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mesajul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salvat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doar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relația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există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postSend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clearContext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previne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credential leakage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curățare</a:t>
            </a: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A9AB2A-1451-6516-D1A8-4E13D3A49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00" y="967379"/>
            <a:ext cx="4680000" cy="3635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0062D6-080B-4353-D7E5-5B54F5797EE8}"/>
              </a:ext>
            </a:extLst>
          </p:cNvPr>
          <p:cNvSpPr txBox="1"/>
          <p:nvPr/>
        </p:nvSpPr>
        <p:spPr>
          <a:xfrm>
            <a:off x="0" y="909685"/>
            <a:ext cx="3914687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bg2">
                  <a:lumMod val="75000"/>
                </a:schemeClr>
              </a:buClr>
              <a:buSzTx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Zero-Trust </a:t>
            </a:r>
            <a:r>
              <a:rPr lang="en-US" alt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extins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canal</a:t>
            </a:r>
            <a:r>
              <a:rPr lang="ro-RO" alt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persistent</a:t>
            </a:r>
          </a:p>
        </p:txBody>
      </p:sp>
    </p:spTree>
    <p:extLst>
      <p:ext uri="{BB962C8B-B14F-4D97-AF65-F5344CB8AC3E}">
        <p14:creationId xmlns:p14="http://schemas.microsoft.com/office/powerpoint/2010/main" val="169459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4BEF-8ECC-4F93-8EBC-7A477667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E07810-D5BB-E086-5AA6-88B494428F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2FAA30-776E-1A93-843D-B7FD5803D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62" y="338431"/>
            <a:ext cx="8527585" cy="572400"/>
          </a:xfrm>
        </p:spPr>
        <p:txBody>
          <a:bodyPr/>
          <a:lstStyle/>
          <a:p>
            <a:pPr algn="ctr"/>
            <a:r>
              <a:rPr lang="ro-R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Scrierea </a:t>
            </a:r>
            <a:r>
              <a:rPr lang="en-GB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duală</a:t>
            </a:r>
            <a:r>
              <a:rPr lang="en-GB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GB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dezactivare</a:t>
            </a:r>
            <a:endParaRPr lang="en-GB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67B7764-EFA0-8D6F-158B-C4BCAFA116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6459" y="1375520"/>
            <a:ext cx="7931082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39700" indent="0">
              <a:lnSpc>
                <a:spcPct val="150000"/>
              </a:lnSpc>
              <a:buNone/>
            </a:pPr>
            <a:r>
              <a:rPr lang="en-GB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dezactivarea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scriere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duală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MySQL trebuie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actualizate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simultan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GB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@Transactional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strategii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eroare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lnSpc>
                <a:spcPct val="150000"/>
              </a:lnSpc>
              <a:buNone/>
            </a:pP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 </a:t>
            </a:r>
            <a:r>
              <a:rPr lang="en-GB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rezidual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fantomă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jurnalizat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71A636-FB0F-42AD-E6D5-C5B46084C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" y="3009905"/>
            <a:ext cx="9144000" cy="104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88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4D08-68FD-58F6-AEB6-9B32ED60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1E91F-662C-9E78-E36A-0685BE7C63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600434-52C4-F5B3-ADC4-687F31F5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62" y="338431"/>
            <a:ext cx="8527585" cy="572400"/>
          </a:xfrm>
        </p:spPr>
        <p:txBody>
          <a:bodyPr/>
          <a:lstStyle/>
          <a:p>
            <a:pPr algn="ctr"/>
            <a:r>
              <a:rPr lang="ro-RO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Limitări și direcții viitoare</a:t>
            </a:r>
            <a:endParaRPr lang="en-GB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841F6C-168B-CBE0-1D16-6E79632E5C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6413" y="1394504"/>
            <a:ext cx="7931082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39700" indent="0" algn="just">
              <a:lnSpc>
                <a:spcPct val="150000"/>
              </a:lnSpc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Scriere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duală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rezidual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conturi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fantomă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tiparul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Transactional Outbox.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Fotografii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stocate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Base64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DB (anti-pattern)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externalizare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S3/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MinIO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single-tenant →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SaaS multi-tenant (schema-per-tenant + Realm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Keycloak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clinică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39700" indent="0" algn="just">
              <a:lnSpc>
                <a:spcPct val="150000"/>
              </a:lnSpc>
              <a:buNone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just">
              <a:lnSpc>
                <a:spcPct val="150000"/>
              </a:lnSpc>
              <a:buNone/>
            </a:pP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Direcție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cercetare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asistent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intern (LLM open-source, GDPR-compliant)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documentarea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clinică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7201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802;p56">
            <a:extLst>
              <a:ext uri="{FF2B5EF4-FFF2-40B4-BE49-F238E27FC236}">
                <a16:creationId xmlns:a16="http://schemas.microsoft.com/office/drawing/2014/main" id="{8F700053-AC1D-03D4-AA4A-AF4ABCE8FECD}"/>
              </a:ext>
            </a:extLst>
          </p:cNvPr>
          <p:cNvCxnSpPr/>
          <p:nvPr/>
        </p:nvCxnSpPr>
        <p:spPr>
          <a:xfrm>
            <a:off x="2202000" y="1717825"/>
            <a:ext cx="4740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0" name="Google Shape;803;p56">
            <a:extLst>
              <a:ext uri="{FF2B5EF4-FFF2-40B4-BE49-F238E27FC236}">
                <a16:creationId xmlns:a16="http://schemas.microsoft.com/office/drawing/2014/main" id="{96780297-026F-D074-9823-18767D7BB00A}"/>
              </a:ext>
            </a:extLst>
          </p:cNvPr>
          <p:cNvSpPr/>
          <p:nvPr/>
        </p:nvSpPr>
        <p:spPr>
          <a:xfrm>
            <a:off x="1650400" y="10748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804;p56">
            <a:extLst>
              <a:ext uri="{FF2B5EF4-FFF2-40B4-BE49-F238E27FC236}">
                <a16:creationId xmlns:a16="http://schemas.microsoft.com/office/drawing/2014/main" id="{9E09ACBB-7AB1-B2C1-54A8-25E87E2711EA}"/>
              </a:ext>
            </a:extLst>
          </p:cNvPr>
          <p:cNvSpPr/>
          <p:nvPr/>
        </p:nvSpPr>
        <p:spPr>
          <a:xfrm>
            <a:off x="7254100" y="10748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799;p56">
            <a:extLst>
              <a:ext uri="{FF2B5EF4-FFF2-40B4-BE49-F238E27FC236}">
                <a16:creationId xmlns:a16="http://schemas.microsoft.com/office/drawing/2014/main" id="{8E68A8B1-172B-E425-44ED-A8D7F055F8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9068" y="936675"/>
            <a:ext cx="4802932" cy="9168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Vă mulțumesc!</a:t>
            </a: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332;p32">
            <a:extLst>
              <a:ext uri="{FF2B5EF4-FFF2-40B4-BE49-F238E27FC236}">
                <a16:creationId xmlns:a16="http://schemas.microsoft.com/office/drawing/2014/main" id="{11FC1A7D-61ED-158E-16DB-B11941B5B621}"/>
              </a:ext>
            </a:extLst>
          </p:cNvPr>
          <p:cNvSpPr txBox="1">
            <a:spLocks/>
          </p:cNvSpPr>
          <p:nvPr/>
        </p:nvSpPr>
        <p:spPr>
          <a:xfrm>
            <a:off x="4297600" y="4605255"/>
            <a:ext cx="5487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fld id="{00000000-1234-1234-1234-123412341234}" type="slidenum">
              <a:rPr lang="en" smtClean="0"/>
              <a:pPr/>
              <a:t>10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63690040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6147</TotalTime>
  <Words>758</Words>
  <Application>Microsoft Office PowerPoint</Application>
  <PresentationFormat>On-screen Show (16:9)</PresentationFormat>
  <Paragraphs>66</Paragraphs>
  <Slides>10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Quicksand</vt:lpstr>
      <vt:lpstr>Courier New</vt:lpstr>
      <vt:lpstr>Nunito Light</vt:lpstr>
      <vt:lpstr>Arial</vt:lpstr>
      <vt:lpstr>Mulish</vt:lpstr>
      <vt:lpstr>Elegant Bachelor Thesis by Slidesgo</vt:lpstr>
      <vt:lpstr>KinetoCare</vt:lpstr>
      <vt:lpstr>Problema identificată</vt:lpstr>
      <vt:lpstr>Arhitectura sistemului</vt:lpstr>
      <vt:lpstr>Contribuții proprii</vt:lpstr>
      <vt:lpstr>Automat finit determinist – eliminarea selecției manuale</vt:lpstr>
      <vt:lpstr>Sliding Window – generarea sloturilor de disponibilitate</vt:lpstr>
      <vt:lpstr>Mesagerie în timp real – WebSocket/STOMP</vt:lpstr>
      <vt:lpstr>Scrierea duală la dezactivare</vt:lpstr>
      <vt:lpstr>Limitări și direcții viitoare</vt:lpstr>
      <vt:lpstr>Vă mulțumesc!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Anelis Gheorghias</cp:lastModifiedBy>
  <cp:revision>36</cp:revision>
  <dcterms:modified xsi:type="dcterms:W3CDTF">2026-06-29T14:02:24Z</dcterms:modified>
</cp:coreProperties>
</file>